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3" r:id="rId5"/>
    <p:sldId id="259" r:id="rId6"/>
    <p:sldId id="261" r:id="rId7"/>
  </p:sldIdLst>
  <p:sldSz cx="12192000" cy="6858000"/>
  <p:notesSz cx="6858000" cy="9144000"/>
  <p:embeddedFontLst>
    <p:embeddedFont>
      <p:font typeface="Bodoni" panose="020B0604020202020204" charset="0"/>
      <p:regular r:id="rId9"/>
      <p:bold r:id="rId10"/>
      <p:italic r:id="rId11"/>
      <p:boldItalic r:id="rId12"/>
    </p:embeddedFont>
    <p:embeddedFont>
      <p:font typeface="Candara" panose="020E0502030303020204" pitchFamily="34" charset="0"/>
      <p:regular r:id="rId13"/>
      <p:bold r:id="rId14"/>
      <p:italic r:id="rId15"/>
      <p:boldItalic r:id="rId16"/>
    </p:embeddedFont>
    <p:embeddedFont>
      <p:font typeface="Century Schoolbook" panose="02040604050505020304" pitchFamily="18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AQO9UmKYhwGdNuxAKgOxc4CZh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6430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3989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930797" y="3777143"/>
            <a:ext cx="10515600" cy="77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5" descr="Droplets-HD-Title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 txBox="1"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sz="2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2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3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sz="2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4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1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2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2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3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3"/>
          <p:cNvSpPr txBox="1"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>
            <a:spLocks noGrp="1"/>
          </p:cNvSpPr>
          <p:nvPr>
            <p:ph type="pic" idx="2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4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>
            <a:spLocks noGrp="1"/>
          </p:cNvSpPr>
          <p:nvPr>
            <p:ph type="pic" idx="2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2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6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lang="en-US" sz="8000" b="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lang="en-US" sz="8000" b="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 txBox="1"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1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2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body" idx="3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body" idx="4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body" idx="5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body" idx="6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Google Shape;136;p29"/>
          <p:cNvSpPr>
            <a:spLocks noGrp="1"/>
          </p:cNvSpPr>
          <p:nvPr>
            <p:ph type="pic" idx="2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p29"/>
          <p:cNvSpPr txBox="1">
            <a:spLocks noGrp="1"/>
          </p:cNvSpPr>
          <p:nvPr>
            <p:ph type="body" idx="3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body" idx="4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5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6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7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9"/>
          <p:cNvSpPr>
            <a:spLocks noGrp="1"/>
          </p:cNvSpPr>
          <p:nvPr>
            <p:ph type="pic" idx="8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29"/>
          <p:cNvSpPr txBox="1">
            <a:spLocks noGrp="1"/>
          </p:cNvSpPr>
          <p:nvPr>
            <p:ph type="body" idx="9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0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0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0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1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1"/>
          <p:cNvSpPr txBox="1">
            <a:spLocks noGrp="1"/>
          </p:cNvSpPr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body" idx="1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 descr="\\DROBO-FS\QuickDrops\JB\PPTX NG\Droplets\LightingOverlay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dt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ft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wentieth Century"/>
              <a:buNone/>
              <a:defRPr sz="1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>
            <a:spLocks noGrp="1"/>
          </p:cNvSpPr>
          <p:nvPr>
            <p:ph type="title"/>
          </p:nvPr>
        </p:nvSpPr>
        <p:spPr>
          <a:xfrm>
            <a:off x="6994129" y="5456003"/>
            <a:ext cx="5067000" cy="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TEAM NAME :  HACKETTES</a:t>
            </a: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TEAM DETAILS: YUVIKA MISHRA</a:t>
            </a:r>
            <a:b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19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SADIYA FAIZAN</a:t>
            </a:r>
            <a:endParaRPr sz="19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9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PROBLEM STATEMENT</a:t>
            </a:r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body" idx="2"/>
          </p:nvPr>
        </p:nvSpPr>
        <p:spPr>
          <a:xfrm>
            <a:off x="6183084" y="1205199"/>
            <a:ext cx="5660573" cy="548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Gen Z Craves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unique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sustainable 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fashion experiences, requiring a revolutionary platform with cutting-edge tech and innovative engagement for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social connectivity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Develop an interactive platform tailored for fast fashion enthusiasts, positioning Myntra as the top destination for trend-savvy shoppers.</a:t>
            </a:r>
            <a:endParaRPr dirty="0"/>
          </a:p>
          <a:p>
            <a:pPr marL="228600" lvl="0" indent="-2286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Create engagement constructs to connect with younger audiences, fostering a sense of community and virality with fashion-focused content.</a:t>
            </a:r>
            <a:endParaRPr dirty="0"/>
          </a:p>
          <a:p>
            <a:pPr marL="228600" lvl="0" indent="-2286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Develop features that offer more than just transactional experiences, building a fashion ecosystem that combines shopping with lifestyle and trend content.</a:t>
            </a:r>
            <a:endParaRPr dirty="0"/>
          </a:p>
          <a:p>
            <a:pPr marL="228600" lvl="0" indent="-2286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To address the growing demand for sustainability by promoting eco-friendly practices and community support.</a:t>
            </a:r>
            <a:endParaRPr dirty="0"/>
          </a:p>
          <a:p>
            <a:pPr marL="228600" lvl="0" indent="-1270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 cap="none" dirty="0"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73" name="Google Shape;17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957944"/>
            <a:ext cx="5301343" cy="54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55999C-1A07-C7EE-6F1B-5806F9ED7017}"/>
              </a:ext>
            </a:extLst>
          </p:cNvPr>
          <p:cNvSpPr/>
          <p:nvPr/>
        </p:nvSpPr>
        <p:spPr>
          <a:xfrm>
            <a:off x="582384" y="6492874"/>
            <a:ext cx="112014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619184" y="239488"/>
            <a:ext cx="10515600" cy="59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 dirty="0">
                <a:latin typeface="Century Schoolbook"/>
                <a:ea typeface="Century Schoolbook"/>
                <a:cs typeface="Century Schoolbook"/>
                <a:sym typeface="Century Schoolbook"/>
              </a:rPr>
              <a:t>SOLUTION</a:t>
            </a:r>
            <a:endParaRPr dirty="0"/>
          </a:p>
        </p:txBody>
      </p:sp>
      <p:sp>
        <p:nvSpPr>
          <p:cNvPr id="182" name="Google Shape;182;p6"/>
          <p:cNvSpPr txBox="1"/>
          <p:nvPr/>
        </p:nvSpPr>
        <p:spPr>
          <a:xfrm>
            <a:off x="2474646" y="1305955"/>
            <a:ext cx="5551714" cy="152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  A. Personalized Fashion Boards</a:t>
            </a:r>
            <a:endParaRPr sz="18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r>
              <a:rPr lang="en-US" sz="1500" b="1" dirty="0">
                <a:latin typeface="Candara" panose="020E0502030303020204" pitchFamily="34" charset="0"/>
              </a:rPr>
              <a:t>           1.User-Created Boards</a:t>
            </a:r>
            <a:r>
              <a:rPr lang="en-US" sz="1500" dirty="0">
                <a:latin typeface="Candara" panose="020E0502030303020204" pitchFamily="34" charset="0"/>
              </a:rPr>
              <a:t>: Users can create fashion boards .</a:t>
            </a:r>
          </a:p>
          <a:p>
            <a:r>
              <a:rPr lang="en-US" sz="1500" b="1" dirty="0">
                <a:latin typeface="Candara" panose="020E0502030303020204" pitchFamily="34" charset="0"/>
              </a:rPr>
              <a:t>           2.Follow and Share Boards</a:t>
            </a:r>
            <a:r>
              <a:rPr lang="en-US" sz="1500" dirty="0">
                <a:latin typeface="Candara" panose="020E0502030303020204" pitchFamily="34" charset="0"/>
              </a:rPr>
              <a:t>: Follow and share boards</a:t>
            </a:r>
          </a:p>
          <a:p>
            <a:r>
              <a:rPr lang="en-US" sz="1500" dirty="0">
                <a:latin typeface="Candara" panose="020E0502030303020204" pitchFamily="34" charset="0"/>
              </a:rPr>
              <a:t>                on social media.</a:t>
            </a:r>
          </a:p>
          <a:p>
            <a:r>
              <a:rPr lang="en-US" sz="1500" b="1" dirty="0">
                <a:latin typeface="Candara" panose="020E0502030303020204" pitchFamily="34" charset="0"/>
              </a:rPr>
              <a:t>           3. Influencer Boards</a:t>
            </a:r>
            <a:r>
              <a:rPr lang="en-US" sz="1500" dirty="0">
                <a:latin typeface="Candara" panose="020E0502030303020204" pitchFamily="34" charset="0"/>
              </a:rPr>
              <a:t>: Curate and shop looks from influencers.</a:t>
            </a:r>
            <a:endParaRPr lang="en-US" sz="1900" dirty="0">
              <a:solidFill>
                <a:schemeClr val="dk1"/>
              </a:solidFill>
              <a:latin typeface="Candara"/>
              <a:sym typeface="Candara"/>
            </a:endParaRPr>
          </a:p>
          <a:p>
            <a:endParaRPr lang="en-US" sz="1500" dirty="0">
              <a:latin typeface="Candara" panose="020E0502030303020204" pitchFamily="34" charset="0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3253522" y="4829775"/>
            <a:ext cx="5951034" cy="122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   B. Collaborative Boards</a:t>
            </a: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b="1" dirty="0">
                <a:solidFill>
                  <a:schemeClr val="tx1"/>
                </a:solidFill>
                <a:latin typeface="Candara" panose="020E0502030303020204" pitchFamily="34" charset="0"/>
              </a:rPr>
              <a:t>          1.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Group Boards: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Multiple users can contribute.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         2. Comment and Chat: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Comment and chat on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         3. Interactive Polls: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Create polls for opinions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</a:t>
            </a:r>
            <a:endParaRPr sz="20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6FE16-F696-C249-5FC4-05368B6AF897}"/>
              </a:ext>
            </a:extLst>
          </p:cNvPr>
          <p:cNvSpPr/>
          <p:nvPr/>
        </p:nvSpPr>
        <p:spPr>
          <a:xfrm>
            <a:off x="1094013" y="6479659"/>
            <a:ext cx="112014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B8F9BD-A1BA-08B9-7116-3BFCFD831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97" y="111821"/>
            <a:ext cx="5344887" cy="63572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A7E5B6-FDB4-22C6-361A-5390741E23C1}"/>
              </a:ext>
            </a:extLst>
          </p:cNvPr>
          <p:cNvSpPr txBox="1"/>
          <p:nvPr/>
        </p:nvSpPr>
        <p:spPr>
          <a:xfrm>
            <a:off x="4635585" y="893192"/>
            <a:ext cx="2601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I. </a:t>
            </a:r>
            <a:r>
              <a:rPr lang="en-US" sz="18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"/>
                <a:ea typeface="Bodoni"/>
                <a:cs typeface="Bodoni"/>
                <a:sym typeface="Bodoni"/>
              </a:rPr>
              <a:t>TREND-MOSAIC</a:t>
            </a:r>
          </a:p>
          <a:p>
            <a:endParaRPr lang="en-IN" dirty="0"/>
          </a:p>
        </p:txBody>
      </p:sp>
      <p:pic>
        <p:nvPicPr>
          <p:cNvPr id="17" name="Graphic 16" descr="Arrow: Slight curve with solid fill">
            <a:extLst>
              <a:ext uri="{FF2B5EF4-FFF2-40B4-BE49-F238E27FC236}">
                <a16:creationId xmlns:a16="http://schemas.microsoft.com/office/drawing/2014/main" id="{6100C9D8-7A12-348C-0178-94D3ECD039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9372" y="2280067"/>
            <a:ext cx="914400" cy="914400"/>
          </a:xfrm>
          <a:prstGeom prst="rect">
            <a:avLst/>
          </a:prstGeom>
        </p:spPr>
      </p:pic>
      <p:pic>
        <p:nvPicPr>
          <p:cNvPr id="23" name="Graphic 22" descr="Arrow: Clockwise curve with solid fill">
            <a:extLst>
              <a:ext uri="{FF2B5EF4-FFF2-40B4-BE49-F238E27FC236}">
                <a16:creationId xmlns:a16="http://schemas.microsoft.com/office/drawing/2014/main" id="{1B3DF2F6-3869-2AA6-187B-7D56E2D53E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013474">
            <a:off x="2432252" y="4924170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E6F903-E9A0-BA84-862E-694D6DC49D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16" y="472516"/>
            <a:ext cx="3178706" cy="418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1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26DFC3A-809F-1FFB-38DF-26E21E21EBEE}"/>
              </a:ext>
            </a:extLst>
          </p:cNvPr>
          <p:cNvSpPr/>
          <p:nvPr/>
        </p:nvSpPr>
        <p:spPr>
          <a:xfrm>
            <a:off x="8937171" y="47655"/>
            <a:ext cx="3167811" cy="67626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Google Shape;204;p11"/>
          <p:cNvSpPr/>
          <p:nvPr/>
        </p:nvSpPr>
        <p:spPr>
          <a:xfrm>
            <a:off x="2035628" y="6410235"/>
            <a:ext cx="72255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2D0FD-5BE9-96E8-81FB-859E08BD0E03}"/>
              </a:ext>
            </a:extLst>
          </p:cNvPr>
          <p:cNvSpPr txBox="1"/>
          <p:nvPr/>
        </p:nvSpPr>
        <p:spPr>
          <a:xfrm>
            <a:off x="544286" y="337457"/>
            <a:ext cx="78486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C.  Gamification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</a:t>
            </a:r>
            <a:r>
              <a:rPr lang="en-US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1.</a:t>
            </a: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Rewards and Badges: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Offer rewards and badges for users who frequently use boards,  such as "Top Stylist" or "Fashion  Guru.“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2</a:t>
            </a:r>
            <a:r>
              <a:rPr lang="en-US" sz="1050" b="1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.</a:t>
            </a:r>
            <a:r>
              <a:rPr lang="en-US" sz="1050" b="1" dirty="0">
                <a:solidFill>
                  <a:schemeClr val="dk1"/>
                </a:solidFill>
              </a:rPr>
              <a:t> </a:t>
            </a:r>
            <a:r>
              <a:rPr lang="en-US" sz="1400" b="1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Challenges: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Create style challenges where users can compete to create the best board for a chance to win discounts or  prizes.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E6EAE3-8735-8241-B360-9AF877A60AC0}"/>
              </a:ext>
            </a:extLst>
          </p:cNvPr>
          <p:cNvSpPr txBox="1"/>
          <p:nvPr/>
        </p:nvSpPr>
        <p:spPr>
          <a:xfrm>
            <a:off x="642258" y="5274048"/>
            <a:ext cx="616131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D. Wishlist And Exclusive Collections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400" b="1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Early Access: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dirty="0">
                <a:latin typeface="Candara" panose="020E0502030303020204" pitchFamily="34" charset="0"/>
              </a:rPr>
              <a:t>Early access to new arrivals and sales</a:t>
            </a:r>
            <a:r>
              <a:rPr lang="en-US" sz="1500" dirty="0">
                <a:latin typeface="Candara" panose="020E0502030303020204" pitchFamily="34" charset="0"/>
              </a:rPr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400" b="1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Seamless Wishlist: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Integrate boards with the user's </a:t>
            </a:r>
            <a:r>
              <a:rPr lang="en-US" sz="1400" dirty="0" err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wishlist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for easy move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between </a:t>
            </a:r>
            <a:r>
              <a:rPr lang="en-US" sz="1400" dirty="0" err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wishlist</a:t>
            </a: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and various boards.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9CD3D1-E7F4-A275-90B9-17E4E82C5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715" y="1425000"/>
            <a:ext cx="5334000" cy="3756024"/>
          </a:xfrm>
          <a:prstGeom prst="rect">
            <a:avLst/>
          </a:prstGeom>
        </p:spPr>
      </p:pic>
      <p:pic>
        <p:nvPicPr>
          <p:cNvPr id="13" name="Graphic 12" descr="Arrow: Rotate right with solid fill">
            <a:extLst>
              <a:ext uri="{FF2B5EF4-FFF2-40B4-BE49-F238E27FC236}">
                <a16:creationId xmlns:a16="http://schemas.microsoft.com/office/drawing/2014/main" id="{91E7F7E5-DAAA-8DAA-7590-C615BEC6F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201554">
            <a:off x="8107253" y="1219776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C26C33-54CF-D706-C528-05127EFF82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663" y="262674"/>
            <a:ext cx="2917643" cy="20721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FB1BA4-2EDE-8A33-3147-0F6ED53284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4094" y="2384650"/>
            <a:ext cx="2873964" cy="18390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B85E8E-EB51-CBDA-96DD-8F429BF172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830" y="4290962"/>
            <a:ext cx="2873964" cy="21066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40979A1-9998-1B6F-0B69-E9443EC44510}"/>
              </a:ext>
            </a:extLst>
          </p:cNvPr>
          <p:cNvSpPr txBox="1"/>
          <p:nvPr/>
        </p:nvSpPr>
        <p:spPr>
          <a:xfrm>
            <a:off x="9805425" y="6410235"/>
            <a:ext cx="1970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andara" panose="020E0502030303020204" pitchFamily="34" charset="0"/>
              </a:rPr>
              <a:t>Sample Designs</a:t>
            </a:r>
          </a:p>
        </p:txBody>
      </p:sp>
    </p:spTree>
    <p:extLst>
      <p:ext uri="{BB962C8B-B14F-4D97-AF65-F5344CB8AC3E}">
        <p14:creationId xmlns:p14="http://schemas.microsoft.com/office/powerpoint/2010/main" val="1926346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2046514" y="6492874"/>
            <a:ext cx="72255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402919" y="208732"/>
            <a:ext cx="6084968" cy="259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AutoNum type="romanUcPeriod" startAt="2"/>
            </a:pPr>
            <a:r>
              <a:rPr lang="en-US" sz="19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WARM THREADS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19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</a:t>
            </a: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A.  Seamless Connections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         </a:t>
            </a:r>
            <a:r>
              <a:rPr lang="en-US" sz="1500" dirty="0">
                <a:latin typeface="Candara" panose="020E0502030303020204" pitchFamily="34" charset="0"/>
              </a:rPr>
              <a:t>Find local NGOs for clothing donations.</a:t>
            </a:r>
            <a:endParaRPr lang="en-US" sz="1500" dirty="0">
              <a:solidFill>
                <a:schemeClr val="dk1"/>
              </a:solidFill>
              <a:latin typeface="Candara" panose="020E0502030303020204" pitchFamily="34" charset="0"/>
              <a:sym typeface="Candar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B.</a:t>
            </a:r>
            <a:r>
              <a:rPr lang="en-US" sz="20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</a:t>
            </a: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Simple Donation Process and Community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       1. Select items, arrange drop-off/pick-up.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       2. Track impact and join a network of givers.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8572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       </a:t>
            </a:r>
            <a:endParaRPr sz="19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DB859-8FBA-FF51-4E61-51C5A8188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458" y="35499"/>
            <a:ext cx="3161230" cy="6487036"/>
          </a:xfrm>
          <a:prstGeom prst="rect">
            <a:avLst/>
          </a:prstGeom>
        </p:spPr>
      </p:pic>
      <p:pic>
        <p:nvPicPr>
          <p:cNvPr id="16" name="Graphic 15" descr="Arrow: Slight curve with solid fill">
            <a:extLst>
              <a:ext uri="{FF2B5EF4-FFF2-40B4-BE49-F238E27FC236}">
                <a16:creationId xmlns:a16="http://schemas.microsoft.com/office/drawing/2014/main" id="{FECB9FCF-9381-4C17-43F2-9102E05E2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79829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E8C0FE-2774-7795-CD49-44C7DE941EA0}"/>
              </a:ext>
            </a:extLst>
          </p:cNvPr>
          <p:cNvSpPr txBox="1"/>
          <p:nvPr/>
        </p:nvSpPr>
        <p:spPr>
          <a:xfrm>
            <a:off x="419341" y="2980188"/>
            <a:ext cx="499654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lvl="0" indent="-400050" algn="just" rtl="0">
              <a:spcBef>
                <a:spcPts val="0"/>
              </a:spcBef>
              <a:spcAft>
                <a:spcPts val="0"/>
              </a:spcAft>
              <a:buAutoNum type="romanUcPeriod" startAt="3"/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CHIC MIRAGE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Design with Ease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    </a:t>
            </a:r>
            <a:r>
              <a:rPr lang="en-US" sz="1500" dirty="0">
                <a:solidFill>
                  <a:schemeClr val="dk1"/>
                </a:solidFill>
                <a:latin typeface="Candara" panose="020E0502030303020204" pitchFamily="34" charset="0"/>
                <a:ea typeface="Bodoni"/>
                <a:cs typeface="Bodoni"/>
                <a:sym typeface="Bodoni"/>
              </a:rPr>
              <a:t>1. </a:t>
            </a:r>
            <a:r>
              <a:rPr lang="en-US" sz="1500" dirty="0">
                <a:latin typeface="Candara" panose="020E0502030303020204" pitchFamily="34" charset="0"/>
              </a:rPr>
              <a:t>Mix and match pieces on a lifelike AI model.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chemeClr val="dk1"/>
                </a:solidFill>
                <a:latin typeface="Candara" panose="020E0502030303020204" pitchFamily="34" charset="0"/>
                <a:ea typeface="Bodoni"/>
                <a:cs typeface="Bodoni"/>
                <a:sym typeface="Bodoni"/>
              </a:rPr>
              <a:t>      2. </a:t>
            </a:r>
            <a:r>
              <a:rPr lang="en-US" sz="1500" dirty="0">
                <a:latin typeface="Candara" panose="020E0502030303020204" pitchFamily="34" charset="0"/>
              </a:rPr>
              <a:t>Explore endless styles and trends.</a:t>
            </a:r>
            <a:endParaRPr lang="en-US" sz="1500" dirty="0">
              <a:solidFill>
                <a:schemeClr val="dk1"/>
              </a:solidFill>
              <a:latin typeface="Candara" panose="020E0502030303020204" pitchFamily="34" charset="0"/>
              <a:ea typeface="Bodoni"/>
              <a:cs typeface="Bodoni"/>
              <a:sym typeface="Bodoni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 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091B21-D965-0CCD-455E-5689D429A9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412" y="4176752"/>
            <a:ext cx="3564188" cy="23457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B3244B-0A48-2182-D3AD-3E1CA657EDAC}"/>
              </a:ext>
            </a:extLst>
          </p:cNvPr>
          <p:cNvSpPr txBox="1"/>
          <p:nvPr/>
        </p:nvSpPr>
        <p:spPr>
          <a:xfrm>
            <a:off x="176584" y="4887814"/>
            <a:ext cx="1534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Design</a:t>
            </a:r>
          </a:p>
        </p:txBody>
      </p:sp>
      <p:pic>
        <p:nvPicPr>
          <p:cNvPr id="25" name="Graphic 24" descr="Arrow: Rotate left with solid fill">
            <a:extLst>
              <a:ext uri="{FF2B5EF4-FFF2-40B4-BE49-F238E27FC236}">
                <a16:creationId xmlns:a16="http://schemas.microsoft.com/office/drawing/2014/main" id="{1911B4D9-98A5-FC8D-304A-1CC7EB948B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586113">
            <a:off x="804608" y="4122912"/>
            <a:ext cx="808594" cy="808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8684" y="2941804"/>
            <a:ext cx="2993571" cy="299357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9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BENEFITS</a:t>
            </a:r>
            <a:endParaRPr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2"/>
          </p:nvPr>
        </p:nvSpPr>
        <p:spPr>
          <a:xfrm>
            <a:off x="381001" y="1110344"/>
            <a:ext cx="11212285" cy="549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1. Increased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user</a:t>
            </a:r>
            <a:r>
              <a:rPr lang="en-US" sz="1600" i="1" u="sng" cap="none" dirty="0"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engagement</a:t>
            </a:r>
            <a:r>
              <a:rPr lang="en-US" sz="1600" i="1" u="sng" cap="none" dirty="0"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and time spent on app.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2.  Enhanced personalization leading </a:t>
            </a:r>
            <a:r>
              <a:rPr lang="en-US" sz="1600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to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higher customer satisfaction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3.  Improved social sharing and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brand expanding 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4.  Exclusive content driving brand loyalty and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FOMO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5.  Sustainability initiative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enhancing brand image 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and social responsibility.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6.  Gamification elements encouraging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regular app usage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7.  AR/VR features reducing return rates and improving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fit satisfaction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8.  Creation of a fashion-focused community, positioning </a:t>
            </a:r>
            <a:r>
              <a:rPr lang="en-US" sz="1600" i="1" u="sng" cap="none" dirty="0">
                <a:latin typeface="Candara"/>
                <a:ea typeface="Candara"/>
                <a:cs typeface="Candara"/>
                <a:sym typeface="Candara"/>
              </a:rPr>
              <a:t>Myntra</a:t>
            </a:r>
            <a:r>
              <a:rPr lang="en-US" sz="1600" u="sng" cap="none" dirty="0">
                <a:latin typeface="Candara"/>
                <a:ea typeface="Candara"/>
                <a:cs typeface="Candara"/>
                <a:sym typeface="Candara"/>
              </a:rPr>
              <a:t> as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a lifestyle brand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9.  Increased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viral potential 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through user-generated content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10.  Higher customer lifetime value through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deeper platform integration</a:t>
            </a: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. 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 cap="none" dirty="0">
                <a:latin typeface="Candara"/>
                <a:ea typeface="Candara"/>
                <a:cs typeface="Candara"/>
                <a:sym typeface="Candara"/>
              </a:rPr>
              <a:t>11.  Seamless cross-platform experience improving </a:t>
            </a:r>
            <a:r>
              <a:rPr lang="en-US" sz="1600" i="1" u="sng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user retention</a:t>
            </a:r>
            <a:r>
              <a:rPr lang="en-US" sz="1600" i="1" cap="none" dirty="0"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 sz="1600" i="1" cap="none" dirty="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035628" y="6410235"/>
            <a:ext cx="72255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0" i="0" u="none" strike="noStrike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wentieth Century"/>
                <a:ea typeface="Twentieth Century"/>
                <a:cs typeface="Twentieth Century"/>
                <a:sym typeface="Twentieth Century"/>
              </a:rPr>
              <a:t>Where Fashion Meets Social: The Future of Online Shopping</a:t>
            </a:r>
            <a:endParaRPr lang="en-IN" sz="20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4799" y="247710"/>
            <a:ext cx="3091544" cy="309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550</Words>
  <Application>Microsoft Office PowerPoint</Application>
  <PresentationFormat>Widescreen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Arial</vt:lpstr>
      <vt:lpstr>Twentieth Century</vt:lpstr>
      <vt:lpstr>Century Schoolbook</vt:lpstr>
      <vt:lpstr>Bodoni</vt:lpstr>
      <vt:lpstr>Candara</vt:lpstr>
      <vt:lpstr>Roboto</vt:lpstr>
      <vt:lpstr>Droplet</vt:lpstr>
      <vt:lpstr>TEAM NAME :  HACKETTES  TEAM DETAILS: YUVIKA MISHRA                                SADIYA FAIZAN</vt:lpstr>
      <vt:lpstr>PROBLEM STATEMENT</vt:lpstr>
      <vt:lpstr>SOLUTION</vt:lpstr>
      <vt:lpstr>PowerPoint Presentation</vt:lpstr>
      <vt:lpstr>PowerPoint Presentation</vt:lpstr>
      <vt:lpstr>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Sadiya Faizan</dc:creator>
  <cp:lastModifiedBy>Sadiya  Faizan</cp:lastModifiedBy>
  <cp:revision>5</cp:revision>
  <dcterms:modified xsi:type="dcterms:W3CDTF">2024-07-15T05:50:32Z</dcterms:modified>
</cp:coreProperties>
</file>