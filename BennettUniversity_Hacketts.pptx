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
  </p:notesMasterIdLst>
  <p:sldIdLst>
    <p:sldId id="256" r:id="rId2"/>
    <p:sldId id="257" r:id="rId3"/>
    <p:sldId id="262" r:id="rId4"/>
    <p:sldId id="259" r:id="rId5"/>
    <p:sldId id="260" r:id="rId6"/>
    <p:sldId id="261" r:id="rId7"/>
  </p:sldIdLst>
  <p:sldSz cx="12192000" cy="6858000"/>
  <p:notesSz cx="6858000" cy="9144000"/>
  <p:embeddedFontLst>
    <p:embeddedFont>
      <p:font typeface="Bodoni" panose="020B0604020202020204" charset="0"/>
      <p:regular r:id="rId9"/>
      <p:bold r:id="rId10"/>
      <p:italic r:id="rId11"/>
      <p:boldItalic r:id="rId12"/>
    </p:embeddedFont>
    <p:embeddedFont>
      <p:font typeface="Candara" panose="020E0502030303020204" pitchFamily="34" charset="0"/>
      <p:regular r:id="rId13"/>
      <p:bold r:id="rId14"/>
      <p:italic r:id="rId15"/>
      <p:boldItalic r:id="rId16"/>
    </p:embeddedFont>
    <p:embeddedFont>
      <p:font typeface="Century Schoolbook" panose="02040604050505020304" pitchFamily="18" charset="0"/>
      <p:regular r:id="rId17"/>
      <p:bold r:id="rId18"/>
      <p:italic r:id="rId19"/>
      <p:boldItalic r:id="rId20"/>
    </p:embeddedFont>
    <p:embeddedFont>
      <p:font typeface="Roboto" panose="02000000000000000000"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iAQO9UmKYhwGdNuxAKgOxc4CZhx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font" Target="fonts/font15.fntdata"/><Relationship Id="rId28" Type="http://schemas.openxmlformats.org/officeDocument/2006/relationships/presProps" Target="presProps.xml"/><Relationship Id="rId10" Type="http://schemas.openxmlformats.org/officeDocument/2006/relationships/font" Target="fonts/font2.fntdata"/><Relationship Id="rId19" Type="http://schemas.openxmlformats.org/officeDocument/2006/relationships/font" Target="fonts/font1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font" Target="fonts/font14.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6430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12"/>
        <p:cNvGrpSpPr/>
        <p:nvPr/>
      </p:nvGrpSpPr>
      <p:grpSpPr>
        <a:xfrm>
          <a:off x="0" y="0"/>
          <a:ext cx="0" cy="0"/>
          <a:chOff x="0" y="0"/>
          <a:chExt cx="0" cy="0"/>
        </a:xfrm>
      </p:grpSpPr>
      <p:sp>
        <p:nvSpPr>
          <p:cNvPr id="13" name="Google Shape;13;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3"/>
          <p:cNvSpPr txBox="1">
            <a:spLocks noGrp="1"/>
          </p:cNvSpPr>
          <p:nvPr>
            <p:ph type="title"/>
          </p:nvPr>
        </p:nvSpPr>
        <p:spPr>
          <a:xfrm>
            <a:off x="930797" y="3777143"/>
            <a:ext cx="10515600" cy="777196"/>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lt1"/>
              </a:buClr>
              <a:buSzPts val="4400"/>
              <a:buFont typeface="Roboto"/>
              <a:buNone/>
              <a:defRPr>
                <a:solidFill>
                  <a:schemeClr val="lt1"/>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wo Content" type="twoObj">
  <p:cSld name="TWO_OBJECTS">
    <p:spTree>
      <p:nvGrpSpPr>
        <p:cNvPr id="1" name="Shape 15"/>
        <p:cNvGrpSpPr/>
        <p:nvPr/>
      </p:nvGrpSpPr>
      <p:grpSpPr>
        <a:xfrm>
          <a:off x="0" y="0"/>
          <a:ext cx="0" cy="0"/>
          <a:chOff x="0" y="0"/>
          <a:chExt cx="0" cy="0"/>
        </a:xfrm>
      </p:grpSpPr>
      <p:sp>
        <p:nvSpPr>
          <p:cNvPr id="16" name="Google Shape;16;p14"/>
          <p:cNvSpPr txBox="1">
            <a:spLocks noGrp="1"/>
          </p:cNvSpPr>
          <p:nvPr>
            <p:ph type="title"/>
          </p:nvPr>
        </p:nvSpPr>
        <p:spPr>
          <a:xfrm>
            <a:off x="913775" y="618517"/>
            <a:ext cx="10364451" cy="159617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4"/>
          <p:cNvSpPr txBox="1">
            <a:spLocks noGrp="1"/>
          </p:cNvSpPr>
          <p:nvPr>
            <p:ph type="body" idx="1"/>
          </p:nvPr>
        </p:nvSpPr>
        <p:spPr>
          <a:xfrm>
            <a:off x="1581912" y="2638044"/>
            <a:ext cx="4271771" cy="3101982"/>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18" name="Google Shape;18;p14"/>
          <p:cNvSpPr txBox="1">
            <a:spLocks noGrp="1"/>
          </p:cNvSpPr>
          <p:nvPr>
            <p:ph type="body" idx="2"/>
          </p:nvPr>
        </p:nvSpPr>
        <p:spPr>
          <a:xfrm>
            <a:off x="6338315" y="2638044"/>
            <a:ext cx="4270247" cy="3101982"/>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19" name="Google Shape;19;p14"/>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4"/>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4"/>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Twentieth Century"/>
              <a:buNone/>
              <a:defRPr/>
            </a:lvl1pPr>
            <a:lvl2pPr marL="0" lvl="1" indent="0" algn="r">
              <a:spcBef>
                <a:spcPts val="0"/>
              </a:spcBef>
              <a:spcAft>
                <a:spcPts val="0"/>
              </a:spcAft>
              <a:buClr>
                <a:schemeClr val="dk1"/>
              </a:buClr>
              <a:buSzPts val="1000"/>
              <a:buFont typeface="Twentieth Century"/>
              <a:buNone/>
              <a:defRPr/>
            </a:lvl2pPr>
            <a:lvl3pPr marL="0" lvl="2" indent="0" algn="r">
              <a:spcBef>
                <a:spcPts val="0"/>
              </a:spcBef>
              <a:spcAft>
                <a:spcPts val="0"/>
              </a:spcAft>
              <a:buClr>
                <a:schemeClr val="dk1"/>
              </a:buClr>
              <a:buSzPts val="1000"/>
              <a:buFont typeface="Twentieth Century"/>
              <a:buNone/>
              <a:defRPr/>
            </a:lvl3pPr>
            <a:lvl4pPr marL="0" lvl="3" indent="0" algn="r">
              <a:spcBef>
                <a:spcPts val="0"/>
              </a:spcBef>
              <a:spcAft>
                <a:spcPts val="0"/>
              </a:spcAft>
              <a:buClr>
                <a:schemeClr val="dk1"/>
              </a:buClr>
              <a:buSzPts val="1000"/>
              <a:buFont typeface="Twentieth Century"/>
              <a:buNone/>
              <a:defRPr/>
            </a:lvl4pPr>
            <a:lvl5pPr marL="0" lvl="4" indent="0" algn="r">
              <a:spcBef>
                <a:spcPts val="0"/>
              </a:spcBef>
              <a:spcAft>
                <a:spcPts val="0"/>
              </a:spcAft>
              <a:buClr>
                <a:schemeClr val="dk1"/>
              </a:buClr>
              <a:buSzPts val="1000"/>
              <a:buFont typeface="Twentieth Century"/>
              <a:buNone/>
              <a:defRPr/>
            </a:lvl5pPr>
            <a:lvl6pPr marL="0" lvl="5" indent="0" algn="r">
              <a:spcBef>
                <a:spcPts val="0"/>
              </a:spcBef>
              <a:spcAft>
                <a:spcPts val="0"/>
              </a:spcAft>
              <a:buClr>
                <a:schemeClr val="dk1"/>
              </a:buClr>
              <a:buSzPts val="1000"/>
              <a:buFont typeface="Twentieth Century"/>
              <a:buNone/>
              <a:defRPr/>
            </a:lvl6pPr>
            <a:lvl7pPr marL="0" lvl="6" indent="0" algn="r">
              <a:spcBef>
                <a:spcPts val="0"/>
              </a:spcBef>
              <a:spcAft>
                <a:spcPts val="0"/>
              </a:spcAft>
              <a:buClr>
                <a:schemeClr val="dk1"/>
              </a:buClr>
              <a:buSzPts val="1000"/>
              <a:buFont typeface="Twentieth Century"/>
              <a:buNone/>
              <a:defRPr/>
            </a:lvl7pPr>
            <a:lvl8pPr marL="0" lvl="7" indent="0" algn="r">
              <a:spcBef>
                <a:spcPts val="0"/>
              </a:spcBef>
              <a:spcAft>
                <a:spcPts val="0"/>
              </a:spcAft>
              <a:buClr>
                <a:schemeClr val="dk1"/>
              </a:buClr>
              <a:buSzPts val="1000"/>
              <a:buFont typeface="Twentieth Century"/>
              <a:buNone/>
              <a:defRPr/>
            </a:lvl8pPr>
            <a:lvl9pPr marL="0" lvl="8" indent="0" algn="r">
              <a:spcBef>
                <a:spcPts val="0"/>
              </a:spcBef>
              <a:spcAft>
                <a:spcPts val="0"/>
              </a:spcAft>
              <a:buClr>
                <a:schemeClr val="dk1"/>
              </a:buClr>
              <a:buSzPts val="1000"/>
              <a:buFont typeface="Twentieth Century"/>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pic>
        <p:nvPicPr>
          <p:cNvPr id="23" name="Google Shape;23;p15" descr="Droplets-HD-Title-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4" name="Google Shape;24;p15"/>
          <p:cNvSpPr txBox="1">
            <a:spLocks noGrp="1"/>
          </p:cNvSpPr>
          <p:nvPr>
            <p:ph type="ctrTitle"/>
          </p:nvPr>
        </p:nvSpPr>
        <p:spPr>
          <a:xfrm>
            <a:off x="1751012" y="1300785"/>
            <a:ext cx="8689976" cy="2509213"/>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800"/>
              <a:buFont typeface="Twentieth Centur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5"/>
          <p:cNvSpPr txBox="1">
            <a:spLocks noGrp="1"/>
          </p:cNvSpPr>
          <p:nvPr>
            <p:ph type="subTitle" idx="1"/>
          </p:nvPr>
        </p:nvSpPr>
        <p:spPr>
          <a:xfrm>
            <a:off x="1751012" y="3886200"/>
            <a:ext cx="8689976" cy="1371599"/>
          </a:xfrm>
          <a:prstGeom prst="rect">
            <a:avLst/>
          </a:prstGeom>
          <a:noFill/>
          <a:ln>
            <a:noFill/>
          </a:ln>
        </p:spPr>
        <p:txBody>
          <a:bodyPr spcFirstLastPara="1" wrap="square" lIns="91425" tIns="45700" rIns="91425" bIns="45700" anchor="t" anchorCtr="0">
            <a:normAutofit/>
          </a:bodyPr>
          <a:lstStyle>
            <a:lvl1pPr lvl="0" algn="ctr">
              <a:lnSpc>
                <a:spcPct val="120000"/>
              </a:lnSpc>
              <a:spcBef>
                <a:spcPts val="1000"/>
              </a:spcBef>
              <a:spcAft>
                <a:spcPts val="0"/>
              </a:spcAft>
              <a:buSzPts val="2200"/>
              <a:buNone/>
              <a:defRPr sz="2200">
                <a:solidFill>
                  <a:srgbClr val="7F7F7F"/>
                </a:solidFill>
              </a:defRPr>
            </a:lvl1pPr>
            <a:lvl2pPr lvl="1" algn="ctr">
              <a:lnSpc>
                <a:spcPct val="120000"/>
              </a:lnSpc>
              <a:spcBef>
                <a:spcPts val="500"/>
              </a:spcBef>
              <a:spcAft>
                <a:spcPts val="0"/>
              </a:spcAft>
              <a:buSzPts val="2000"/>
              <a:buNone/>
              <a:defRPr sz="20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a:endParaRPr/>
          </a:p>
        </p:txBody>
      </p:sp>
      <p:sp>
        <p:nvSpPr>
          <p:cNvPr id="26" name="Google Shape;26;p15"/>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5"/>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5"/>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
        <p:cNvGrpSpPr/>
        <p:nvPr/>
      </p:nvGrpSpPr>
      <p:grpSpPr>
        <a:xfrm>
          <a:off x="0" y="0"/>
          <a:ext cx="0" cy="0"/>
          <a:chOff x="0" y="0"/>
          <a:chExt cx="0" cy="0"/>
        </a:xfrm>
      </p:grpSpPr>
      <p:pic>
        <p:nvPicPr>
          <p:cNvPr id="30" name="Google Shape;30;p16"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1" name="Google Shape;31;p16"/>
          <p:cNvSpPr txBox="1">
            <a:spLocks noGrp="1"/>
          </p:cNvSpPr>
          <p:nvPr>
            <p:ph type="title"/>
          </p:nvPr>
        </p:nvSpPr>
        <p:spPr>
          <a:xfrm>
            <a:off x="913775" y="618517"/>
            <a:ext cx="10364451" cy="159617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6"/>
          <p:cNvSpPr txBox="1">
            <a:spLocks noGrp="1"/>
          </p:cNvSpPr>
          <p:nvPr>
            <p:ph type="body" idx="1"/>
          </p:nvPr>
        </p:nvSpPr>
        <p:spPr>
          <a:xfrm>
            <a:off x="913774" y="2367092"/>
            <a:ext cx="10363826" cy="342410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33" name="Google Shape;33;p16"/>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6"/>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6"/>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Twentieth Century"/>
              <a:buNone/>
              <a:defRPr/>
            </a:lvl1pPr>
            <a:lvl2pPr marL="0" lvl="1" indent="0" algn="r">
              <a:spcBef>
                <a:spcPts val="0"/>
              </a:spcBef>
              <a:spcAft>
                <a:spcPts val="0"/>
              </a:spcAft>
              <a:buClr>
                <a:schemeClr val="dk1"/>
              </a:buClr>
              <a:buSzPts val="1000"/>
              <a:buFont typeface="Twentieth Century"/>
              <a:buNone/>
              <a:defRPr/>
            </a:lvl2pPr>
            <a:lvl3pPr marL="0" lvl="2" indent="0" algn="r">
              <a:spcBef>
                <a:spcPts val="0"/>
              </a:spcBef>
              <a:spcAft>
                <a:spcPts val="0"/>
              </a:spcAft>
              <a:buClr>
                <a:schemeClr val="dk1"/>
              </a:buClr>
              <a:buSzPts val="1000"/>
              <a:buFont typeface="Twentieth Century"/>
              <a:buNone/>
              <a:defRPr/>
            </a:lvl3pPr>
            <a:lvl4pPr marL="0" lvl="3" indent="0" algn="r">
              <a:spcBef>
                <a:spcPts val="0"/>
              </a:spcBef>
              <a:spcAft>
                <a:spcPts val="0"/>
              </a:spcAft>
              <a:buClr>
                <a:schemeClr val="dk1"/>
              </a:buClr>
              <a:buSzPts val="1000"/>
              <a:buFont typeface="Twentieth Century"/>
              <a:buNone/>
              <a:defRPr/>
            </a:lvl4pPr>
            <a:lvl5pPr marL="0" lvl="4" indent="0" algn="r">
              <a:spcBef>
                <a:spcPts val="0"/>
              </a:spcBef>
              <a:spcAft>
                <a:spcPts val="0"/>
              </a:spcAft>
              <a:buClr>
                <a:schemeClr val="dk1"/>
              </a:buClr>
              <a:buSzPts val="1000"/>
              <a:buFont typeface="Twentieth Century"/>
              <a:buNone/>
              <a:defRPr/>
            </a:lvl5pPr>
            <a:lvl6pPr marL="0" lvl="5" indent="0" algn="r">
              <a:spcBef>
                <a:spcPts val="0"/>
              </a:spcBef>
              <a:spcAft>
                <a:spcPts val="0"/>
              </a:spcAft>
              <a:buClr>
                <a:schemeClr val="dk1"/>
              </a:buClr>
              <a:buSzPts val="1000"/>
              <a:buFont typeface="Twentieth Century"/>
              <a:buNone/>
              <a:defRPr/>
            </a:lvl6pPr>
            <a:lvl7pPr marL="0" lvl="6" indent="0" algn="r">
              <a:spcBef>
                <a:spcPts val="0"/>
              </a:spcBef>
              <a:spcAft>
                <a:spcPts val="0"/>
              </a:spcAft>
              <a:buClr>
                <a:schemeClr val="dk1"/>
              </a:buClr>
              <a:buSzPts val="1000"/>
              <a:buFont typeface="Twentieth Century"/>
              <a:buNone/>
              <a:defRPr/>
            </a:lvl7pPr>
            <a:lvl8pPr marL="0" lvl="7" indent="0" algn="r">
              <a:spcBef>
                <a:spcPts val="0"/>
              </a:spcBef>
              <a:spcAft>
                <a:spcPts val="0"/>
              </a:spcAft>
              <a:buClr>
                <a:schemeClr val="dk1"/>
              </a:buClr>
              <a:buSzPts val="1000"/>
              <a:buFont typeface="Twentieth Century"/>
              <a:buNone/>
              <a:defRPr/>
            </a:lvl8pPr>
            <a:lvl9pPr marL="0" lvl="8" indent="0" algn="r">
              <a:spcBef>
                <a:spcPts val="0"/>
              </a:spcBef>
              <a:spcAft>
                <a:spcPts val="0"/>
              </a:spcAft>
              <a:buClr>
                <a:schemeClr val="dk1"/>
              </a:buClr>
              <a:buSzPts val="1000"/>
              <a:buFont typeface="Twentieth Century"/>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pic>
        <p:nvPicPr>
          <p:cNvPr id="37" name="Google Shape;37;p17"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17"/>
          <p:cNvSpPr txBox="1">
            <a:spLocks noGrp="1"/>
          </p:cNvSpPr>
          <p:nvPr>
            <p:ph type="title"/>
          </p:nvPr>
        </p:nvSpPr>
        <p:spPr>
          <a:xfrm>
            <a:off x="913774" y="828563"/>
            <a:ext cx="10351752" cy="2736819"/>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000"/>
              <a:buFont typeface="Twentieth Centur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7"/>
          <p:cNvSpPr txBox="1">
            <a:spLocks noGrp="1"/>
          </p:cNvSpPr>
          <p:nvPr>
            <p:ph type="body" idx="1"/>
          </p:nvPr>
        </p:nvSpPr>
        <p:spPr>
          <a:xfrm>
            <a:off x="913774" y="3657457"/>
            <a:ext cx="10351752" cy="1368183"/>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2000"/>
              <a:buNone/>
              <a:defRPr sz="2000">
                <a:solidFill>
                  <a:srgbClr val="7F7F7F"/>
                </a:solidFill>
              </a:defRPr>
            </a:lvl1pPr>
            <a:lvl2pPr marL="914400" lvl="1" indent="-228600" algn="l">
              <a:lnSpc>
                <a:spcPct val="120000"/>
              </a:lnSpc>
              <a:spcBef>
                <a:spcPts val="500"/>
              </a:spcBef>
              <a:spcAft>
                <a:spcPts val="0"/>
              </a:spcAft>
              <a:buSzPts val="2000"/>
              <a:buNone/>
              <a:defRPr sz="2000">
                <a:solidFill>
                  <a:srgbClr val="888888"/>
                </a:solidFill>
              </a:defRPr>
            </a:lvl2pPr>
            <a:lvl3pPr marL="1371600" lvl="2" indent="-228600" algn="l">
              <a:lnSpc>
                <a:spcPct val="120000"/>
              </a:lnSpc>
              <a:spcBef>
                <a:spcPts val="500"/>
              </a:spcBef>
              <a:spcAft>
                <a:spcPts val="0"/>
              </a:spcAft>
              <a:buSzPts val="1800"/>
              <a:buNone/>
              <a:defRPr sz="1800">
                <a:solidFill>
                  <a:srgbClr val="888888"/>
                </a:solidFill>
              </a:defRPr>
            </a:lvl3pPr>
            <a:lvl4pPr marL="1828800" lvl="3" indent="-228600" algn="l">
              <a:lnSpc>
                <a:spcPct val="120000"/>
              </a:lnSpc>
              <a:spcBef>
                <a:spcPts val="500"/>
              </a:spcBef>
              <a:spcAft>
                <a:spcPts val="0"/>
              </a:spcAft>
              <a:buSzPts val="1600"/>
              <a:buNone/>
              <a:defRPr sz="1600">
                <a:solidFill>
                  <a:srgbClr val="888888"/>
                </a:solidFill>
              </a:defRPr>
            </a:lvl4pPr>
            <a:lvl5pPr marL="2286000" lvl="4" indent="-228600" algn="l">
              <a:lnSpc>
                <a:spcPct val="120000"/>
              </a:lnSpc>
              <a:spcBef>
                <a:spcPts val="500"/>
              </a:spcBef>
              <a:spcAft>
                <a:spcPts val="0"/>
              </a:spcAft>
              <a:buSzPts val="1600"/>
              <a:buNone/>
              <a:defRPr sz="1600">
                <a:solidFill>
                  <a:srgbClr val="888888"/>
                </a:solidFill>
              </a:defRPr>
            </a:lvl5pPr>
            <a:lvl6pPr marL="2743200" lvl="5" indent="-228600" algn="l">
              <a:lnSpc>
                <a:spcPct val="120000"/>
              </a:lnSpc>
              <a:spcBef>
                <a:spcPts val="500"/>
              </a:spcBef>
              <a:spcAft>
                <a:spcPts val="0"/>
              </a:spcAft>
              <a:buSzPts val="1600"/>
              <a:buNone/>
              <a:defRPr sz="1600">
                <a:solidFill>
                  <a:srgbClr val="888888"/>
                </a:solidFill>
              </a:defRPr>
            </a:lvl6pPr>
            <a:lvl7pPr marL="3200400" lvl="6" indent="-228600" algn="l">
              <a:lnSpc>
                <a:spcPct val="120000"/>
              </a:lnSpc>
              <a:spcBef>
                <a:spcPts val="500"/>
              </a:spcBef>
              <a:spcAft>
                <a:spcPts val="0"/>
              </a:spcAft>
              <a:buSzPts val="1600"/>
              <a:buNone/>
              <a:defRPr sz="1600">
                <a:solidFill>
                  <a:srgbClr val="888888"/>
                </a:solidFill>
              </a:defRPr>
            </a:lvl7pPr>
            <a:lvl8pPr marL="3657600" lvl="7" indent="-228600" algn="l">
              <a:lnSpc>
                <a:spcPct val="120000"/>
              </a:lnSpc>
              <a:spcBef>
                <a:spcPts val="500"/>
              </a:spcBef>
              <a:spcAft>
                <a:spcPts val="0"/>
              </a:spcAft>
              <a:buSzPts val="1600"/>
              <a:buNone/>
              <a:defRPr sz="1600">
                <a:solidFill>
                  <a:srgbClr val="888888"/>
                </a:solidFill>
              </a:defRPr>
            </a:lvl8pPr>
            <a:lvl9pPr marL="4114800" lvl="8" indent="-228600" algn="l">
              <a:lnSpc>
                <a:spcPct val="120000"/>
              </a:lnSpc>
              <a:spcBef>
                <a:spcPts val="500"/>
              </a:spcBef>
              <a:spcAft>
                <a:spcPts val="0"/>
              </a:spcAft>
              <a:buSzPts val="1600"/>
              <a:buNone/>
              <a:defRPr sz="1600">
                <a:solidFill>
                  <a:srgbClr val="888888"/>
                </a:solidFill>
              </a:defRPr>
            </a:lvl9pPr>
          </a:lstStyle>
          <a:p>
            <a:endParaRPr/>
          </a:p>
        </p:txBody>
      </p:sp>
      <p:sp>
        <p:nvSpPr>
          <p:cNvPr id="40" name="Google Shape;40;p17"/>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7"/>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7"/>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Twentieth Century"/>
              <a:buNone/>
              <a:defRPr/>
            </a:lvl1pPr>
            <a:lvl2pPr marL="0" lvl="1" indent="0" algn="r">
              <a:spcBef>
                <a:spcPts val="0"/>
              </a:spcBef>
              <a:spcAft>
                <a:spcPts val="0"/>
              </a:spcAft>
              <a:buClr>
                <a:schemeClr val="dk1"/>
              </a:buClr>
              <a:buSzPts val="1000"/>
              <a:buFont typeface="Twentieth Century"/>
              <a:buNone/>
              <a:defRPr/>
            </a:lvl2pPr>
            <a:lvl3pPr marL="0" lvl="2" indent="0" algn="r">
              <a:spcBef>
                <a:spcPts val="0"/>
              </a:spcBef>
              <a:spcAft>
                <a:spcPts val="0"/>
              </a:spcAft>
              <a:buClr>
                <a:schemeClr val="dk1"/>
              </a:buClr>
              <a:buSzPts val="1000"/>
              <a:buFont typeface="Twentieth Century"/>
              <a:buNone/>
              <a:defRPr/>
            </a:lvl3pPr>
            <a:lvl4pPr marL="0" lvl="3" indent="0" algn="r">
              <a:spcBef>
                <a:spcPts val="0"/>
              </a:spcBef>
              <a:spcAft>
                <a:spcPts val="0"/>
              </a:spcAft>
              <a:buClr>
                <a:schemeClr val="dk1"/>
              </a:buClr>
              <a:buSzPts val="1000"/>
              <a:buFont typeface="Twentieth Century"/>
              <a:buNone/>
              <a:defRPr/>
            </a:lvl4pPr>
            <a:lvl5pPr marL="0" lvl="4" indent="0" algn="r">
              <a:spcBef>
                <a:spcPts val="0"/>
              </a:spcBef>
              <a:spcAft>
                <a:spcPts val="0"/>
              </a:spcAft>
              <a:buClr>
                <a:schemeClr val="dk1"/>
              </a:buClr>
              <a:buSzPts val="1000"/>
              <a:buFont typeface="Twentieth Century"/>
              <a:buNone/>
              <a:defRPr/>
            </a:lvl5pPr>
            <a:lvl6pPr marL="0" lvl="5" indent="0" algn="r">
              <a:spcBef>
                <a:spcPts val="0"/>
              </a:spcBef>
              <a:spcAft>
                <a:spcPts val="0"/>
              </a:spcAft>
              <a:buClr>
                <a:schemeClr val="dk1"/>
              </a:buClr>
              <a:buSzPts val="1000"/>
              <a:buFont typeface="Twentieth Century"/>
              <a:buNone/>
              <a:defRPr/>
            </a:lvl6pPr>
            <a:lvl7pPr marL="0" lvl="6" indent="0" algn="r">
              <a:spcBef>
                <a:spcPts val="0"/>
              </a:spcBef>
              <a:spcAft>
                <a:spcPts val="0"/>
              </a:spcAft>
              <a:buClr>
                <a:schemeClr val="dk1"/>
              </a:buClr>
              <a:buSzPts val="1000"/>
              <a:buFont typeface="Twentieth Century"/>
              <a:buNone/>
              <a:defRPr/>
            </a:lvl7pPr>
            <a:lvl8pPr marL="0" lvl="7" indent="0" algn="r">
              <a:spcBef>
                <a:spcPts val="0"/>
              </a:spcBef>
              <a:spcAft>
                <a:spcPts val="0"/>
              </a:spcAft>
              <a:buClr>
                <a:schemeClr val="dk1"/>
              </a:buClr>
              <a:buSzPts val="1000"/>
              <a:buFont typeface="Twentieth Century"/>
              <a:buNone/>
              <a:defRPr/>
            </a:lvl8pPr>
            <a:lvl9pPr marL="0" lvl="8" indent="0" algn="r">
              <a:spcBef>
                <a:spcPts val="0"/>
              </a:spcBef>
              <a:spcAft>
                <a:spcPts val="0"/>
              </a:spcAft>
              <a:buClr>
                <a:schemeClr val="dk1"/>
              </a:buClr>
              <a:buSzPts val="1000"/>
              <a:buFont typeface="Twentieth Century"/>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3"/>
        <p:cNvGrpSpPr/>
        <p:nvPr/>
      </p:nvGrpSpPr>
      <p:grpSpPr>
        <a:xfrm>
          <a:off x="0" y="0"/>
          <a:ext cx="0" cy="0"/>
          <a:chOff x="0" y="0"/>
          <a:chExt cx="0" cy="0"/>
        </a:xfrm>
      </p:grpSpPr>
      <p:pic>
        <p:nvPicPr>
          <p:cNvPr id="44" name="Google Shape;44;p18"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5" name="Google Shape;45;p18"/>
          <p:cNvSpPr txBox="1">
            <a:spLocks noGrp="1"/>
          </p:cNvSpPr>
          <p:nvPr>
            <p:ph type="title"/>
          </p:nvPr>
        </p:nvSpPr>
        <p:spPr>
          <a:xfrm>
            <a:off x="913775" y="618517"/>
            <a:ext cx="10364451" cy="159617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8"/>
          <p:cNvSpPr txBox="1">
            <a:spLocks noGrp="1"/>
          </p:cNvSpPr>
          <p:nvPr>
            <p:ph type="body" idx="1"/>
          </p:nvPr>
        </p:nvSpPr>
        <p:spPr>
          <a:xfrm>
            <a:off x="913774" y="2367092"/>
            <a:ext cx="5106026" cy="342410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47" name="Google Shape;47;p18"/>
          <p:cNvSpPr txBox="1">
            <a:spLocks noGrp="1"/>
          </p:cNvSpPr>
          <p:nvPr>
            <p:ph type="body" idx="2"/>
          </p:nvPr>
        </p:nvSpPr>
        <p:spPr>
          <a:xfrm>
            <a:off x="6172200" y="2367092"/>
            <a:ext cx="5105400" cy="342410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48" name="Google Shape;48;p18"/>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8"/>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8"/>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Twentieth Century"/>
              <a:buNone/>
              <a:defRPr/>
            </a:lvl1pPr>
            <a:lvl2pPr marL="0" lvl="1" indent="0" algn="r">
              <a:spcBef>
                <a:spcPts val="0"/>
              </a:spcBef>
              <a:spcAft>
                <a:spcPts val="0"/>
              </a:spcAft>
              <a:buClr>
                <a:schemeClr val="dk1"/>
              </a:buClr>
              <a:buSzPts val="1000"/>
              <a:buFont typeface="Twentieth Century"/>
              <a:buNone/>
              <a:defRPr/>
            </a:lvl2pPr>
            <a:lvl3pPr marL="0" lvl="2" indent="0" algn="r">
              <a:spcBef>
                <a:spcPts val="0"/>
              </a:spcBef>
              <a:spcAft>
                <a:spcPts val="0"/>
              </a:spcAft>
              <a:buClr>
                <a:schemeClr val="dk1"/>
              </a:buClr>
              <a:buSzPts val="1000"/>
              <a:buFont typeface="Twentieth Century"/>
              <a:buNone/>
              <a:defRPr/>
            </a:lvl3pPr>
            <a:lvl4pPr marL="0" lvl="3" indent="0" algn="r">
              <a:spcBef>
                <a:spcPts val="0"/>
              </a:spcBef>
              <a:spcAft>
                <a:spcPts val="0"/>
              </a:spcAft>
              <a:buClr>
                <a:schemeClr val="dk1"/>
              </a:buClr>
              <a:buSzPts val="1000"/>
              <a:buFont typeface="Twentieth Century"/>
              <a:buNone/>
              <a:defRPr/>
            </a:lvl4pPr>
            <a:lvl5pPr marL="0" lvl="4" indent="0" algn="r">
              <a:spcBef>
                <a:spcPts val="0"/>
              </a:spcBef>
              <a:spcAft>
                <a:spcPts val="0"/>
              </a:spcAft>
              <a:buClr>
                <a:schemeClr val="dk1"/>
              </a:buClr>
              <a:buSzPts val="1000"/>
              <a:buFont typeface="Twentieth Century"/>
              <a:buNone/>
              <a:defRPr/>
            </a:lvl5pPr>
            <a:lvl6pPr marL="0" lvl="5" indent="0" algn="r">
              <a:spcBef>
                <a:spcPts val="0"/>
              </a:spcBef>
              <a:spcAft>
                <a:spcPts val="0"/>
              </a:spcAft>
              <a:buClr>
                <a:schemeClr val="dk1"/>
              </a:buClr>
              <a:buSzPts val="1000"/>
              <a:buFont typeface="Twentieth Century"/>
              <a:buNone/>
              <a:defRPr/>
            </a:lvl6pPr>
            <a:lvl7pPr marL="0" lvl="6" indent="0" algn="r">
              <a:spcBef>
                <a:spcPts val="0"/>
              </a:spcBef>
              <a:spcAft>
                <a:spcPts val="0"/>
              </a:spcAft>
              <a:buClr>
                <a:schemeClr val="dk1"/>
              </a:buClr>
              <a:buSzPts val="1000"/>
              <a:buFont typeface="Twentieth Century"/>
              <a:buNone/>
              <a:defRPr/>
            </a:lvl7pPr>
            <a:lvl8pPr marL="0" lvl="7" indent="0" algn="r">
              <a:spcBef>
                <a:spcPts val="0"/>
              </a:spcBef>
              <a:spcAft>
                <a:spcPts val="0"/>
              </a:spcAft>
              <a:buClr>
                <a:schemeClr val="dk1"/>
              </a:buClr>
              <a:buSzPts val="1000"/>
              <a:buFont typeface="Twentieth Century"/>
              <a:buNone/>
              <a:defRPr/>
            </a:lvl8pPr>
            <a:lvl9pPr marL="0" lvl="8" indent="0" algn="r">
              <a:spcBef>
                <a:spcPts val="0"/>
              </a:spcBef>
              <a:spcAft>
                <a:spcPts val="0"/>
              </a:spcAft>
              <a:buClr>
                <a:schemeClr val="dk1"/>
              </a:buClr>
              <a:buSzPts val="1000"/>
              <a:buFont typeface="Twentieth Century"/>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pic>
        <p:nvPicPr>
          <p:cNvPr id="52" name="Google Shape;52;p19"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53" name="Google Shape;53;p19"/>
          <p:cNvSpPr txBox="1">
            <a:spLocks noGrp="1"/>
          </p:cNvSpPr>
          <p:nvPr>
            <p:ph type="title"/>
          </p:nvPr>
        </p:nvSpPr>
        <p:spPr>
          <a:xfrm>
            <a:off x="913775" y="618517"/>
            <a:ext cx="10364451" cy="159617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19"/>
          <p:cNvSpPr txBox="1">
            <a:spLocks noGrp="1"/>
          </p:cNvSpPr>
          <p:nvPr>
            <p:ph type="body" idx="1"/>
          </p:nvPr>
        </p:nvSpPr>
        <p:spPr>
          <a:xfrm>
            <a:off x="1146328" y="2371018"/>
            <a:ext cx="4873474" cy="679994"/>
          </a:xfrm>
          <a:prstGeom prst="rect">
            <a:avLst/>
          </a:prstGeom>
          <a:noFill/>
          <a:ln>
            <a:noFill/>
          </a:ln>
        </p:spPr>
        <p:txBody>
          <a:bodyPr spcFirstLastPara="1" wrap="square" lIns="91425" tIns="45700" rIns="91425" bIns="45700" anchor="b" anchorCtr="0">
            <a:noAutofit/>
          </a:bodyPr>
          <a:lstStyle>
            <a:lvl1pPr marL="457200" lvl="0" indent="-228600" algn="l">
              <a:lnSpc>
                <a:spcPct val="85000"/>
              </a:lnSpc>
              <a:spcBef>
                <a:spcPts val="1000"/>
              </a:spcBef>
              <a:spcAft>
                <a:spcPts val="0"/>
              </a:spcAft>
              <a:buSzPts val="2600"/>
              <a:buNone/>
              <a:defRPr sz="2600" b="0">
                <a:solidFill>
                  <a:schemeClr val="dk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55" name="Google Shape;55;p19"/>
          <p:cNvSpPr txBox="1">
            <a:spLocks noGrp="1"/>
          </p:cNvSpPr>
          <p:nvPr>
            <p:ph type="body" idx="2"/>
          </p:nvPr>
        </p:nvSpPr>
        <p:spPr>
          <a:xfrm>
            <a:off x="913774" y="3051012"/>
            <a:ext cx="5106027" cy="274018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56" name="Google Shape;56;p19"/>
          <p:cNvSpPr txBox="1">
            <a:spLocks noGrp="1"/>
          </p:cNvSpPr>
          <p:nvPr>
            <p:ph type="body" idx="3"/>
          </p:nvPr>
        </p:nvSpPr>
        <p:spPr>
          <a:xfrm>
            <a:off x="6396423" y="2371018"/>
            <a:ext cx="4881804" cy="679994"/>
          </a:xfrm>
          <a:prstGeom prst="rect">
            <a:avLst/>
          </a:prstGeom>
          <a:noFill/>
          <a:ln>
            <a:noFill/>
          </a:ln>
        </p:spPr>
        <p:txBody>
          <a:bodyPr spcFirstLastPara="1" wrap="square" lIns="91425" tIns="45700" rIns="91425" bIns="45700" anchor="b" anchorCtr="0">
            <a:noAutofit/>
          </a:bodyPr>
          <a:lstStyle>
            <a:lvl1pPr marL="457200" lvl="0" indent="-228600" algn="l">
              <a:lnSpc>
                <a:spcPct val="85000"/>
              </a:lnSpc>
              <a:spcBef>
                <a:spcPts val="1000"/>
              </a:spcBef>
              <a:spcAft>
                <a:spcPts val="0"/>
              </a:spcAft>
              <a:buSzPts val="2600"/>
              <a:buNone/>
              <a:defRPr sz="2600" b="0">
                <a:solidFill>
                  <a:schemeClr val="dk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57" name="Google Shape;57;p19"/>
          <p:cNvSpPr txBox="1">
            <a:spLocks noGrp="1"/>
          </p:cNvSpPr>
          <p:nvPr>
            <p:ph type="body" idx="4"/>
          </p:nvPr>
        </p:nvSpPr>
        <p:spPr>
          <a:xfrm>
            <a:off x="6172200" y="3051012"/>
            <a:ext cx="5105401" cy="274018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58" name="Google Shape;58;p19"/>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9"/>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9"/>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Twentieth Century"/>
              <a:buNone/>
              <a:defRPr/>
            </a:lvl1pPr>
            <a:lvl2pPr marL="0" lvl="1" indent="0" algn="r">
              <a:spcBef>
                <a:spcPts val="0"/>
              </a:spcBef>
              <a:spcAft>
                <a:spcPts val="0"/>
              </a:spcAft>
              <a:buClr>
                <a:schemeClr val="dk1"/>
              </a:buClr>
              <a:buSzPts val="1000"/>
              <a:buFont typeface="Twentieth Century"/>
              <a:buNone/>
              <a:defRPr/>
            </a:lvl2pPr>
            <a:lvl3pPr marL="0" lvl="2" indent="0" algn="r">
              <a:spcBef>
                <a:spcPts val="0"/>
              </a:spcBef>
              <a:spcAft>
                <a:spcPts val="0"/>
              </a:spcAft>
              <a:buClr>
                <a:schemeClr val="dk1"/>
              </a:buClr>
              <a:buSzPts val="1000"/>
              <a:buFont typeface="Twentieth Century"/>
              <a:buNone/>
              <a:defRPr/>
            </a:lvl3pPr>
            <a:lvl4pPr marL="0" lvl="3" indent="0" algn="r">
              <a:spcBef>
                <a:spcPts val="0"/>
              </a:spcBef>
              <a:spcAft>
                <a:spcPts val="0"/>
              </a:spcAft>
              <a:buClr>
                <a:schemeClr val="dk1"/>
              </a:buClr>
              <a:buSzPts val="1000"/>
              <a:buFont typeface="Twentieth Century"/>
              <a:buNone/>
              <a:defRPr/>
            </a:lvl4pPr>
            <a:lvl5pPr marL="0" lvl="4" indent="0" algn="r">
              <a:spcBef>
                <a:spcPts val="0"/>
              </a:spcBef>
              <a:spcAft>
                <a:spcPts val="0"/>
              </a:spcAft>
              <a:buClr>
                <a:schemeClr val="dk1"/>
              </a:buClr>
              <a:buSzPts val="1000"/>
              <a:buFont typeface="Twentieth Century"/>
              <a:buNone/>
              <a:defRPr/>
            </a:lvl5pPr>
            <a:lvl6pPr marL="0" lvl="5" indent="0" algn="r">
              <a:spcBef>
                <a:spcPts val="0"/>
              </a:spcBef>
              <a:spcAft>
                <a:spcPts val="0"/>
              </a:spcAft>
              <a:buClr>
                <a:schemeClr val="dk1"/>
              </a:buClr>
              <a:buSzPts val="1000"/>
              <a:buFont typeface="Twentieth Century"/>
              <a:buNone/>
              <a:defRPr/>
            </a:lvl6pPr>
            <a:lvl7pPr marL="0" lvl="6" indent="0" algn="r">
              <a:spcBef>
                <a:spcPts val="0"/>
              </a:spcBef>
              <a:spcAft>
                <a:spcPts val="0"/>
              </a:spcAft>
              <a:buClr>
                <a:schemeClr val="dk1"/>
              </a:buClr>
              <a:buSzPts val="1000"/>
              <a:buFont typeface="Twentieth Century"/>
              <a:buNone/>
              <a:defRPr/>
            </a:lvl7pPr>
            <a:lvl8pPr marL="0" lvl="7" indent="0" algn="r">
              <a:spcBef>
                <a:spcPts val="0"/>
              </a:spcBef>
              <a:spcAft>
                <a:spcPts val="0"/>
              </a:spcAft>
              <a:buClr>
                <a:schemeClr val="dk1"/>
              </a:buClr>
              <a:buSzPts val="1000"/>
              <a:buFont typeface="Twentieth Century"/>
              <a:buNone/>
              <a:defRPr/>
            </a:lvl8pPr>
            <a:lvl9pPr marL="0" lvl="8" indent="0" algn="r">
              <a:spcBef>
                <a:spcPts val="0"/>
              </a:spcBef>
              <a:spcAft>
                <a:spcPts val="0"/>
              </a:spcAft>
              <a:buClr>
                <a:schemeClr val="dk1"/>
              </a:buClr>
              <a:buSzPts val="1000"/>
              <a:buFont typeface="Twentieth Century"/>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1"/>
        <p:cNvGrpSpPr/>
        <p:nvPr/>
      </p:nvGrpSpPr>
      <p:grpSpPr>
        <a:xfrm>
          <a:off x="0" y="0"/>
          <a:ext cx="0" cy="0"/>
          <a:chOff x="0" y="0"/>
          <a:chExt cx="0" cy="0"/>
        </a:xfrm>
      </p:grpSpPr>
      <p:pic>
        <p:nvPicPr>
          <p:cNvPr id="62" name="Google Shape;62;p20"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63" name="Google Shape;63;p20"/>
          <p:cNvSpPr txBox="1">
            <a:spLocks noGrp="1"/>
          </p:cNvSpPr>
          <p:nvPr>
            <p:ph type="title"/>
          </p:nvPr>
        </p:nvSpPr>
        <p:spPr>
          <a:xfrm>
            <a:off x="913775" y="618517"/>
            <a:ext cx="10364451" cy="159617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20"/>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0"/>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0"/>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Twentieth Century"/>
              <a:buNone/>
              <a:defRPr/>
            </a:lvl1pPr>
            <a:lvl2pPr marL="0" lvl="1" indent="0" algn="r">
              <a:spcBef>
                <a:spcPts val="0"/>
              </a:spcBef>
              <a:spcAft>
                <a:spcPts val="0"/>
              </a:spcAft>
              <a:buClr>
                <a:schemeClr val="dk1"/>
              </a:buClr>
              <a:buSzPts val="1000"/>
              <a:buFont typeface="Twentieth Century"/>
              <a:buNone/>
              <a:defRPr/>
            </a:lvl2pPr>
            <a:lvl3pPr marL="0" lvl="2" indent="0" algn="r">
              <a:spcBef>
                <a:spcPts val="0"/>
              </a:spcBef>
              <a:spcAft>
                <a:spcPts val="0"/>
              </a:spcAft>
              <a:buClr>
                <a:schemeClr val="dk1"/>
              </a:buClr>
              <a:buSzPts val="1000"/>
              <a:buFont typeface="Twentieth Century"/>
              <a:buNone/>
              <a:defRPr/>
            </a:lvl3pPr>
            <a:lvl4pPr marL="0" lvl="3" indent="0" algn="r">
              <a:spcBef>
                <a:spcPts val="0"/>
              </a:spcBef>
              <a:spcAft>
                <a:spcPts val="0"/>
              </a:spcAft>
              <a:buClr>
                <a:schemeClr val="dk1"/>
              </a:buClr>
              <a:buSzPts val="1000"/>
              <a:buFont typeface="Twentieth Century"/>
              <a:buNone/>
              <a:defRPr/>
            </a:lvl4pPr>
            <a:lvl5pPr marL="0" lvl="4" indent="0" algn="r">
              <a:spcBef>
                <a:spcPts val="0"/>
              </a:spcBef>
              <a:spcAft>
                <a:spcPts val="0"/>
              </a:spcAft>
              <a:buClr>
                <a:schemeClr val="dk1"/>
              </a:buClr>
              <a:buSzPts val="1000"/>
              <a:buFont typeface="Twentieth Century"/>
              <a:buNone/>
              <a:defRPr/>
            </a:lvl5pPr>
            <a:lvl6pPr marL="0" lvl="5" indent="0" algn="r">
              <a:spcBef>
                <a:spcPts val="0"/>
              </a:spcBef>
              <a:spcAft>
                <a:spcPts val="0"/>
              </a:spcAft>
              <a:buClr>
                <a:schemeClr val="dk1"/>
              </a:buClr>
              <a:buSzPts val="1000"/>
              <a:buFont typeface="Twentieth Century"/>
              <a:buNone/>
              <a:defRPr/>
            </a:lvl6pPr>
            <a:lvl7pPr marL="0" lvl="6" indent="0" algn="r">
              <a:spcBef>
                <a:spcPts val="0"/>
              </a:spcBef>
              <a:spcAft>
                <a:spcPts val="0"/>
              </a:spcAft>
              <a:buClr>
                <a:schemeClr val="dk1"/>
              </a:buClr>
              <a:buSzPts val="1000"/>
              <a:buFont typeface="Twentieth Century"/>
              <a:buNone/>
              <a:defRPr/>
            </a:lvl7pPr>
            <a:lvl8pPr marL="0" lvl="7" indent="0" algn="r">
              <a:spcBef>
                <a:spcPts val="0"/>
              </a:spcBef>
              <a:spcAft>
                <a:spcPts val="0"/>
              </a:spcAft>
              <a:buClr>
                <a:schemeClr val="dk1"/>
              </a:buClr>
              <a:buSzPts val="1000"/>
              <a:buFont typeface="Twentieth Century"/>
              <a:buNone/>
              <a:defRPr/>
            </a:lvl8pPr>
            <a:lvl9pPr marL="0" lvl="8" indent="0" algn="r">
              <a:spcBef>
                <a:spcPts val="0"/>
              </a:spcBef>
              <a:spcAft>
                <a:spcPts val="0"/>
              </a:spcAft>
              <a:buClr>
                <a:schemeClr val="dk1"/>
              </a:buClr>
              <a:buSzPts val="1000"/>
              <a:buFont typeface="Twentieth Century"/>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7"/>
        <p:cNvGrpSpPr/>
        <p:nvPr/>
      </p:nvGrpSpPr>
      <p:grpSpPr>
        <a:xfrm>
          <a:off x="0" y="0"/>
          <a:ext cx="0" cy="0"/>
          <a:chOff x="0" y="0"/>
          <a:chExt cx="0" cy="0"/>
        </a:xfrm>
      </p:grpSpPr>
      <p:pic>
        <p:nvPicPr>
          <p:cNvPr id="68" name="Google Shape;68;p21"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69" name="Google Shape;69;p21"/>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1"/>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1"/>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Twentieth Century"/>
              <a:buNone/>
              <a:defRPr/>
            </a:lvl1pPr>
            <a:lvl2pPr marL="0" lvl="1" indent="0" algn="r">
              <a:spcBef>
                <a:spcPts val="0"/>
              </a:spcBef>
              <a:spcAft>
                <a:spcPts val="0"/>
              </a:spcAft>
              <a:buClr>
                <a:schemeClr val="dk1"/>
              </a:buClr>
              <a:buSzPts val="1000"/>
              <a:buFont typeface="Twentieth Century"/>
              <a:buNone/>
              <a:defRPr/>
            </a:lvl2pPr>
            <a:lvl3pPr marL="0" lvl="2" indent="0" algn="r">
              <a:spcBef>
                <a:spcPts val="0"/>
              </a:spcBef>
              <a:spcAft>
                <a:spcPts val="0"/>
              </a:spcAft>
              <a:buClr>
                <a:schemeClr val="dk1"/>
              </a:buClr>
              <a:buSzPts val="1000"/>
              <a:buFont typeface="Twentieth Century"/>
              <a:buNone/>
              <a:defRPr/>
            </a:lvl3pPr>
            <a:lvl4pPr marL="0" lvl="3" indent="0" algn="r">
              <a:spcBef>
                <a:spcPts val="0"/>
              </a:spcBef>
              <a:spcAft>
                <a:spcPts val="0"/>
              </a:spcAft>
              <a:buClr>
                <a:schemeClr val="dk1"/>
              </a:buClr>
              <a:buSzPts val="1000"/>
              <a:buFont typeface="Twentieth Century"/>
              <a:buNone/>
              <a:defRPr/>
            </a:lvl4pPr>
            <a:lvl5pPr marL="0" lvl="4" indent="0" algn="r">
              <a:spcBef>
                <a:spcPts val="0"/>
              </a:spcBef>
              <a:spcAft>
                <a:spcPts val="0"/>
              </a:spcAft>
              <a:buClr>
                <a:schemeClr val="dk1"/>
              </a:buClr>
              <a:buSzPts val="1000"/>
              <a:buFont typeface="Twentieth Century"/>
              <a:buNone/>
              <a:defRPr/>
            </a:lvl5pPr>
            <a:lvl6pPr marL="0" lvl="5" indent="0" algn="r">
              <a:spcBef>
                <a:spcPts val="0"/>
              </a:spcBef>
              <a:spcAft>
                <a:spcPts val="0"/>
              </a:spcAft>
              <a:buClr>
                <a:schemeClr val="dk1"/>
              </a:buClr>
              <a:buSzPts val="1000"/>
              <a:buFont typeface="Twentieth Century"/>
              <a:buNone/>
              <a:defRPr/>
            </a:lvl6pPr>
            <a:lvl7pPr marL="0" lvl="6" indent="0" algn="r">
              <a:spcBef>
                <a:spcPts val="0"/>
              </a:spcBef>
              <a:spcAft>
                <a:spcPts val="0"/>
              </a:spcAft>
              <a:buClr>
                <a:schemeClr val="dk1"/>
              </a:buClr>
              <a:buSzPts val="1000"/>
              <a:buFont typeface="Twentieth Century"/>
              <a:buNone/>
              <a:defRPr/>
            </a:lvl7pPr>
            <a:lvl8pPr marL="0" lvl="7" indent="0" algn="r">
              <a:spcBef>
                <a:spcPts val="0"/>
              </a:spcBef>
              <a:spcAft>
                <a:spcPts val="0"/>
              </a:spcAft>
              <a:buClr>
                <a:schemeClr val="dk1"/>
              </a:buClr>
              <a:buSzPts val="1000"/>
              <a:buFont typeface="Twentieth Century"/>
              <a:buNone/>
              <a:defRPr/>
            </a:lvl8pPr>
            <a:lvl9pPr marL="0" lvl="8" indent="0" algn="r">
              <a:spcBef>
                <a:spcPts val="0"/>
              </a:spcBef>
              <a:spcAft>
                <a:spcPts val="0"/>
              </a:spcAft>
              <a:buClr>
                <a:schemeClr val="dk1"/>
              </a:buClr>
              <a:buSzPts val="1000"/>
              <a:buFont typeface="Twentieth Century"/>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2"/>
        <p:cNvGrpSpPr/>
        <p:nvPr/>
      </p:nvGrpSpPr>
      <p:grpSpPr>
        <a:xfrm>
          <a:off x="0" y="0"/>
          <a:ext cx="0" cy="0"/>
          <a:chOff x="0" y="0"/>
          <a:chExt cx="0" cy="0"/>
        </a:xfrm>
      </p:grpSpPr>
      <p:pic>
        <p:nvPicPr>
          <p:cNvPr id="73" name="Google Shape;73;p22"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74" name="Google Shape;74;p22"/>
          <p:cNvSpPr txBox="1">
            <a:spLocks noGrp="1"/>
          </p:cNvSpPr>
          <p:nvPr>
            <p:ph type="title"/>
          </p:nvPr>
        </p:nvSpPr>
        <p:spPr>
          <a:xfrm>
            <a:off x="913775" y="609600"/>
            <a:ext cx="3935688" cy="2023252"/>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2"/>
          <p:cNvSpPr txBox="1">
            <a:spLocks noGrp="1"/>
          </p:cNvSpPr>
          <p:nvPr>
            <p:ph type="body" idx="1"/>
          </p:nvPr>
        </p:nvSpPr>
        <p:spPr>
          <a:xfrm>
            <a:off x="5078062" y="609600"/>
            <a:ext cx="6200163" cy="5181599"/>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76" name="Google Shape;76;p22"/>
          <p:cNvSpPr txBox="1">
            <a:spLocks noGrp="1"/>
          </p:cNvSpPr>
          <p:nvPr>
            <p:ph type="body" idx="2"/>
          </p:nvPr>
        </p:nvSpPr>
        <p:spPr>
          <a:xfrm>
            <a:off x="913774" y="2632852"/>
            <a:ext cx="3935689" cy="3158348"/>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77" name="Google Shape;77;p22"/>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2"/>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2"/>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Twentieth Century"/>
              <a:buNone/>
              <a:defRPr/>
            </a:lvl1pPr>
            <a:lvl2pPr marL="0" lvl="1" indent="0" algn="r">
              <a:spcBef>
                <a:spcPts val="0"/>
              </a:spcBef>
              <a:spcAft>
                <a:spcPts val="0"/>
              </a:spcAft>
              <a:buClr>
                <a:schemeClr val="dk1"/>
              </a:buClr>
              <a:buSzPts val="1000"/>
              <a:buFont typeface="Twentieth Century"/>
              <a:buNone/>
              <a:defRPr/>
            </a:lvl2pPr>
            <a:lvl3pPr marL="0" lvl="2" indent="0" algn="r">
              <a:spcBef>
                <a:spcPts val="0"/>
              </a:spcBef>
              <a:spcAft>
                <a:spcPts val="0"/>
              </a:spcAft>
              <a:buClr>
                <a:schemeClr val="dk1"/>
              </a:buClr>
              <a:buSzPts val="1000"/>
              <a:buFont typeface="Twentieth Century"/>
              <a:buNone/>
              <a:defRPr/>
            </a:lvl3pPr>
            <a:lvl4pPr marL="0" lvl="3" indent="0" algn="r">
              <a:spcBef>
                <a:spcPts val="0"/>
              </a:spcBef>
              <a:spcAft>
                <a:spcPts val="0"/>
              </a:spcAft>
              <a:buClr>
                <a:schemeClr val="dk1"/>
              </a:buClr>
              <a:buSzPts val="1000"/>
              <a:buFont typeface="Twentieth Century"/>
              <a:buNone/>
              <a:defRPr/>
            </a:lvl4pPr>
            <a:lvl5pPr marL="0" lvl="4" indent="0" algn="r">
              <a:spcBef>
                <a:spcPts val="0"/>
              </a:spcBef>
              <a:spcAft>
                <a:spcPts val="0"/>
              </a:spcAft>
              <a:buClr>
                <a:schemeClr val="dk1"/>
              </a:buClr>
              <a:buSzPts val="1000"/>
              <a:buFont typeface="Twentieth Century"/>
              <a:buNone/>
              <a:defRPr/>
            </a:lvl5pPr>
            <a:lvl6pPr marL="0" lvl="5" indent="0" algn="r">
              <a:spcBef>
                <a:spcPts val="0"/>
              </a:spcBef>
              <a:spcAft>
                <a:spcPts val="0"/>
              </a:spcAft>
              <a:buClr>
                <a:schemeClr val="dk1"/>
              </a:buClr>
              <a:buSzPts val="1000"/>
              <a:buFont typeface="Twentieth Century"/>
              <a:buNone/>
              <a:defRPr/>
            </a:lvl6pPr>
            <a:lvl7pPr marL="0" lvl="6" indent="0" algn="r">
              <a:spcBef>
                <a:spcPts val="0"/>
              </a:spcBef>
              <a:spcAft>
                <a:spcPts val="0"/>
              </a:spcAft>
              <a:buClr>
                <a:schemeClr val="dk1"/>
              </a:buClr>
              <a:buSzPts val="1000"/>
              <a:buFont typeface="Twentieth Century"/>
              <a:buNone/>
              <a:defRPr/>
            </a:lvl7pPr>
            <a:lvl8pPr marL="0" lvl="7" indent="0" algn="r">
              <a:spcBef>
                <a:spcPts val="0"/>
              </a:spcBef>
              <a:spcAft>
                <a:spcPts val="0"/>
              </a:spcAft>
              <a:buClr>
                <a:schemeClr val="dk1"/>
              </a:buClr>
              <a:buSzPts val="1000"/>
              <a:buFont typeface="Twentieth Century"/>
              <a:buNone/>
              <a:defRPr/>
            </a:lvl8pPr>
            <a:lvl9pPr marL="0" lvl="8" indent="0" algn="r">
              <a:spcBef>
                <a:spcPts val="0"/>
              </a:spcBef>
              <a:spcAft>
                <a:spcPts val="0"/>
              </a:spcAft>
              <a:buClr>
                <a:schemeClr val="dk1"/>
              </a:buClr>
              <a:buSzPts val="1000"/>
              <a:buFont typeface="Twentieth Century"/>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0"/>
        <p:cNvGrpSpPr/>
        <p:nvPr/>
      </p:nvGrpSpPr>
      <p:grpSpPr>
        <a:xfrm>
          <a:off x="0" y="0"/>
          <a:ext cx="0" cy="0"/>
          <a:chOff x="0" y="0"/>
          <a:chExt cx="0" cy="0"/>
        </a:xfrm>
      </p:grpSpPr>
      <p:pic>
        <p:nvPicPr>
          <p:cNvPr id="81" name="Google Shape;81;p23"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82" name="Google Shape;82;p23"/>
          <p:cNvSpPr txBox="1">
            <a:spLocks noGrp="1"/>
          </p:cNvSpPr>
          <p:nvPr>
            <p:ph type="title"/>
          </p:nvPr>
        </p:nvSpPr>
        <p:spPr>
          <a:xfrm>
            <a:off x="913774" y="609600"/>
            <a:ext cx="5934969" cy="2023254"/>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23"/>
          <p:cNvSpPr>
            <a:spLocks noGrp="1"/>
          </p:cNvSpPr>
          <p:nvPr>
            <p:ph type="pic" idx="2"/>
          </p:nvPr>
        </p:nvSpPr>
        <p:spPr>
          <a:xfrm>
            <a:off x="7424803" y="609601"/>
            <a:ext cx="3255358" cy="5181600"/>
          </a:xfrm>
          <a:prstGeom prst="roundRect">
            <a:avLst>
              <a:gd name="adj" fmla="val 4943"/>
            </a:avLst>
          </a:prstGeom>
          <a:noFill/>
          <a:ln w="82550" cap="sq" cmpd="sng">
            <a:solidFill>
              <a:srgbClr val="EAEAEA"/>
            </a:solidFill>
            <a:prstDash val="solid"/>
            <a:miter lim="800000"/>
            <a:headEnd type="none" w="sm" len="sm"/>
            <a:tailEnd type="none" w="sm" len="sm"/>
          </a:ln>
        </p:spPr>
      </p:sp>
      <p:sp>
        <p:nvSpPr>
          <p:cNvPr id="84" name="Google Shape;84;p23"/>
          <p:cNvSpPr txBox="1">
            <a:spLocks noGrp="1"/>
          </p:cNvSpPr>
          <p:nvPr>
            <p:ph type="body" idx="1"/>
          </p:nvPr>
        </p:nvSpPr>
        <p:spPr>
          <a:xfrm>
            <a:off x="913794" y="2632852"/>
            <a:ext cx="5934949" cy="3158347"/>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85" name="Google Shape;85;p23"/>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3"/>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3"/>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Twentieth Century"/>
              <a:buNone/>
              <a:defRPr/>
            </a:lvl1pPr>
            <a:lvl2pPr marL="0" lvl="1" indent="0" algn="r">
              <a:spcBef>
                <a:spcPts val="0"/>
              </a:spcBef>
              <a:spcAft>
                <a:spcPts val="0"/>
              </a:spcAft>
              <a:buClr>
                <a:schemeClr val="dk1"/>
              </a:buClr>
              <a:buSzPts val="1000"/>
              <a:buFont typeface="Twentieth Century"/>
              <a:buNone/>
              <a:defRPr/>
            </a:lvl2pPr>
            <a:lvl3pPr marL="0" lvl="2" indent="0" algn="r">
              <a:spcBef>
                <a:spcPts val="0"/>
              </a:spcBef>
              <a:spcAft>
                <a:spcPts val="0"/>
              </a:spcAft>
              <a:buClr>
                <a:schemeClr val="dk1"/>
              </a:buClr>
              <a:buSzPts val="1000"/>
              <a:buFont typeface="Twentieth Century"/>
              <a:buNone/>
              <a:defRPr/>
            </a:lvl3pPr>
            <a:lvl4pPr marL="0" lvl="3" indent="0" algn="r">
              <a:spcBef>
                <a:spcPts val="0"/>
              </a:spcBef>
              <a:spcAft>
                <a:spcPts val="0"/>
              </a:spcAft>
              <a:buClr>
                <a:schemeClr val="dk1"/>
              </a:buClr>
              <a:buSzPts val="1000"/>
              <a:buFont typeface="Twentieth Century"/>
              <a:buNone/>
              <a:defRPr/>
            </a:lvl4pPr>
            <a:lvl5pPr marL="0" lvl="4" indent="0" algn="r">
              <a:spcBef>
                <a:spcPts val="0"/>
              </a:spcBef>
              <a:spcAft>
                <a:spcPts val="0"/>
              </a:spcAft>
              <a:buClr>
                <a:schemeClr val="dk1"/>
              </a:buClr>
              <a:buSzPts val="1000"/>
              <a:buFont typeface="Twentieth Century"/>
              <a:buNone/>
              <a:defRPr/>
            </a:lvl5pPr>
            <a:lvl6pPr marL="0" lvl="5" indent="0" algn="r">
              <a:spcBef>
                <a:spcPts val="0"/>
              </a:spcBef>
              <a:spcAft>
                <a:spcPts val="0"/>
              </a:spcAft>
              <a:buClr>
                <a:schemeClr val="dk1"/>
              </a:buClr>
              <a:buSzPts val="1000"/>
              <a:buFont typeface="Twentieth Century"/>
              <a:buNone/>
              <a:defRPr/>
            </a:lvl6pPr>
            <a:lvl7pPr marL="0" lvl="6" indent="0" algn="r">
              <a:spcBef>
                <a:spcPts val="0"/>
              </a:spcBef>
              <a:spcAft>
                <a:spcPts val="0"/>
              </a:spcAft>
              <a:buClr>
                <a:schemeClr val="dk1"/>
              </a:buClr>
              <a:buSzPts val="1000"/>
              <a:buFont typeface="Twentieth Century"/>
              <a:buNone/>
              <a:defRPr/>
            </a:lvl7pPr>
            <a:lvl8pPr marL="0" lvl="7" indent="0" algn="r">
              <a:spcBef>
                <a:spcPts val="0"/>
              </a:spcBef>
              <a:spcAft>
                <a:spcPts val="0"/>
              </a:spcAft>
              <a:buClr>
                <a:schemeClr val="dk1"/>
              </a:buClr>
              <a:buSzPts val="1000"/>
              <a:buFont typeface="Twentieth Century"/>
              <a:buNone/>
              <a:defRPr/>
            </a:lvl8pPr>
            <a:lvl9pPr marL="0" lvl="8" indent="0" algn="r">
              <a:spcBef>
                <a:spcPts val="0"/>
              </a:spcBef>
              <a:spcAft>
                <a:spcPts val="0"/>
              </a:spcAft>
              <a:buClr>
                <a:schemeClr val="dk1"/>
              </a:buClr>
              <a:buSzPts val="1000"/>
              <a:buFont typeface="Twentieth Century"/>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88"/>
        <p:cNvGrpSpPr/>
        <p:nvPr/>
      </p:nvGrpSpPr>
      <p:grpSpPr>
        <a:xfrm>
          <a:off x="0" y="0"/>
          <a:ext cx="0" cy="0"/>
          <a:chOff x="0" y="0"/>
          <a:chExt cx="0" cy="0"/>
        </a:xfrm>
      </p:grpSpPr>
      <p:pic>
        <p:nvPicPr>
          <p:cNvPr id="89" name="Google Shape;89;p24"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90" name="Google Shape;90;p24"/>
          <p:cNvSpPr txBox="1">
            <a:spLocks noGrp="1"/>
          </p:cNvSpPr>
          <p:nvPr>
            <p:ph type="title"/>
          </p:nvPr>
        </p:nvSpPr>
        <p:spPr>
          <a:xfrm>
            <a:off x="913794" y="4289374"/>
            <a:ext cx="10364432" cy="81161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24"/>
          <p:cNvSpPr>
            <a:spLocks noGrp="1"/>
          </p:cNvSpPr>
          <p:nvPr>
            <p:ph type="pic" idx="2"/>
          </p:nvPr>
        </p:nvSpPr>
        <p:spPr>
          <a:xfrm>
            <a:off x="1184744" y="698261"/>
            <a:ext cx="9822532" cy="3214136"/>
          </a:xfrm>
          <a:prstGeom prst="roundRect">
            <a:avLst>
              <a:gd name="adj" fmla="val 4944"/>
            </a:avLst>
          </a:prstGeom>
          <a:noFill/>
          <a:ln w="82550" cap="sq" cmpd="sng">
            <a:solidFill>
              <a:srgbClr val="EAEAEA"/>
            </a:solidFill>
            <a:prstDash val="solid"/>
            <a:miter lim="800000"/>
            <a:headEnd type="none" w="sm" len="sm"/>
            <a:tailEnd type="none" w="sm" len="sm"/>
          </a:ln>
        </p:spPr>
      </p:sp>
      <p:sp>
        <p:nvSpPr>
          <p:cNvPr id="92" name="Google Shape;92;p24"/>
          <p:cNvSpPr txBox="1">
            <a:spLocks noGrp="1"/>
          </p:cNvSpPr>
          <p:nvPr>
            <p:ph type="body" idx="1"/>
          </p:nvPr>
        </p:nvSpPr>
        <p:spPr>
          <a:xfrm>
            <a:off x="913774" y="5108728"/>
            <a:ext cx="10364452" cy="682472"/>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93" name="Google Shape;93;p24"/>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4"/>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4"/>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Twentieth Century"/>
              <a:buNone/>
              <a:defRPr/>
            </a:lvl1pPr>
            <a:lvl2pPr marL="0" lvl="1" indent="0" algn="r">
              <a:spcBef>
                <a:spcPts val="0"/>
              </a:spcBef>
              <a:spcAft>
                <a:spcPts val="0"/>
              </a:spcAft>
              <a:buClr>
                <a:schemeClr val="dk1"/>
              </a:buClr>
              <a:buSzPts val="1000"/>
              <a:buFont typeface="Twentieth Century"/>
              <a:buNone/>
              <a:defRPr/>
            </a:lvl2pPr>
            <a:lvl3pPr marL="0" lvl="2" indent="0" algn="r">
              <a:spcBef>
                <a:spcPts val="0"/>
              </a:spcBef>
              <a:spcAft>
                <a:spcPts val="0"/>
              </a:spcAft>
              <a:buClr>
                <a:schemeClr val="dk1"/>
              </a:buClr>
              <a:buSzPts val="1000"/>
              <a:buFont typeface="Twentieth Century"/>
              <a:buNone/>
              <a:defRPr/>
            </a:lvl3pPr>
            <a:lvl4pPr marL="0" lvl="3" indent="0" algn="r">
              <a:spcBef>
                <a:spcPts val="0"/>
              </a:spcBef>
              <a:spcAft>
                <a:spcPts val="0"/>
              </a:spcAft>
              <a:buClr>
                <a:schemeClr val="dk1"/>
              </a:buClr>
              <a:buSzPts val="1000"/>
              <a:buFont typeface="Twentieth Century"/>
              <a:buNone/>
              <a:defRPr/>
            </a:lvl4pPr>
            <a:lvl5pPr marL="0" lvl="4" indent="0" algn="r">
              <a:spcBef>
                <a:spcPts val="0"/>
              </a:spcBef>
              <a:spcAft>
                <a:spcPts val="0"/>
              </a:spcAft>
              <a:buClr>
                <a:schemeClr val="dk1"/>
              </a:buClr>
              <a:buSzPts val="1000"/>
              <a:buFont typeface="Twentieth Century"/>
              <a:buNone/>
              <a:defRPr/>
            </a:lvl5pPr>
            <a:lvl6pPr marL="0" lvl="5" indent="0" algn="r">
              <a:spcBef>
                <a:spcPts val="0"/>
              </a:spcBef>
              <a:spcAft>
                <a:spcPts val="0"/>
              </a:spcAft>
              <a:buClr>
                <a:schemeClr val="dk1"/>
              </a:buClr>
              <a:buSzPts val="1000"/>
              <a:buFont typeface="Twentieth Century"/>
              <a:buNone/>
              <a:defRPr/>
            </a:lvl6pPr>
            <a:lvl7pPr marL="0" lvl="6" indent="0" algn="r">
              <a:spcBef>
                <a:spcPts val="0"/>
              </a:spcBef>
              <a:spcAft>
                <a:spcPts val="0"/>
              </a:spcAft>
              <a:buClr>
                <a:schemeClr val="dk1"/>
              </a:buClr>
              <a:buSzPts val="1000"/>
              <a:buFont typeface="Twentieth Century"/>
              <a:buNone/>
              <a:defRPr/>
            </a:lvl7pPr>
            <a:lvl8pPr marL="0" lvl="7" indent="0" algn="r">
              <a:spcBef>
                <a:spcPts val="0"/>
              </a:spcBef>
              <a:spcAft>
                <a:spcPts val="0"/>
              </a:spcAft>
              <a:buClr>
                <a:schemeClr val="dk1"/>
              </a:buClr>
              <a:buSzPts val="1000"/>
              <a:buFont typeface="Twentieth Century"/>
              <a:buNone/>
              <a:defRPr/>
            </a:lvl8pPr>
            <a:lvl9pPr marL="0" lvl="8" indent="0" algn="r">
              <a:spcBef>
                <a:spcPts val="0"/>
              </a:spcBef>
              <a:spcAft>
                <a:spcPts val="0"/>
              </a:spcAft>
              <a:buClr>
                <a:schemeClr val="dk1"/>
              </a:buClr>
              <a:buSzPts val="1000"/>
              <a:buFont typeface="Twentieth Century"/>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6"/>
        <p:cNvGrpSpPr/>
        <p:nvPr/>
      </p:nvGrpSpPr>
      <p:grpSpPr>
        <a:xfrm>
          <a:off x="0" y="0"/>
          <a:ext cx="0" cy="0"/>
          <a:chOff x="0" y="0"/>
          <a:chExt cx="0" cy="0"/>
        </a:xfrm>
      </p:grpSpPr>
      <p:pic>
        <p:nvPicPr>
          <p:cNvPr id="97" name="Google Shape;97;p25"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98" name="Google Shape;98;p25"/>
          <p:cNvSpPr txBox="1">
            <a:spLocks noGrp="1"/>
          </p:cNvSpPr>
          <p:nvPr>
            <p:ph type="title"/>
          </p:nvPr>
        </p:nvSpPr>
        <p:spPr>
          <a:xfrm>
            <a:off x="913774" y="609599"/>
            <a:ext cx="10364452" cy="3427245"/>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25"/>
          <p:cNvSpPr txBox="1">
            <a:spLocks noGrp="1"/>
          </p:cNvSpPr>
          <p:nvPr>
            <p:ph type="body" idx="1"/>
          </p:nvPr>
        </p:nvSpPr>
        <p:spPr>
          <a:xfrm>
            <a:off x="913775" y="4204821"/>
            <a:ext cx="10364452" cy="1586380"/>
          </a:xfrm>
          <a:prstGeom prst="rect">
            <a:avLst/>
          </a:prstGeom>
          <a:noFill/>
          <a:ln>
            <a:noFill/>
          </a:ln>
        </p:spPr>
        <p:txBody>
          <a:bodyPr spcFirstLastPara="1" wrap="square" lIns="91425" tIns="45700" rIns="91425" bIns="45700" anchor="ctr" anchorCtr="0">
            <a:normAutofit/>
          </a:bodyPr>
          <a:lstStyle>
            <a:lvl1pPr marL="457200" lvl="0" indent="-228600" algn="ctr">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100" name="Google Shape;100;p25"/>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5"/>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25"/>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Twentieth Century"/>
              <a:buNone/>
              <a:defRPr/>
            </a:lvl1pPr>
            <a:lvl2pPr marL="0" lvl="1" indent="0" algn="r">
              <a:spcBef>
                <a:spcPts val="0"/>
              </a:spcBef>
              <a:spcAft>
                <a:spcPts val="0"/>
              </a:spcAft>
              <a:buClr>
                <a:schemeClr val="dk1"/>
              </a:buClr>
              <a:buSzPts val="1000"/>
              <a:buFont typeface="Twentieth Century"/>
              <a:buNone/>
              <a:defRPr/>
            </a:lvl2pPr>
            <a:lvl3pPr marL="0" lvl="2" indent="0" algn="r">
              <a:spcBef>
                <a:spcPts val="0"/>
              </a:spcBef>
              <a:spcAft>
                <a:spcPts val="0"/>
              </a:spcAft>
              <a:buClr>
                <a:schemeClr val="dk1"/>
              </a:buClr>
              <a:buSzPts val="1000"/>
              <a:buFont typeface="Twentieth Century"/>
              <a:buNone/>
              <a:defRPr/>
            </a:lvl3pPr>
            <a:lvl4pPr marL="0" lvl="3" indent="0" algn="r">
              <a:spcBef>
                <a:spcPts val="0"/>
              </a:spcBef>
              <a:spcAft>
                <a:spcPts val="0"/>
              </a:spcAft>
              <a:buClr>
                <a:schemeClr val="dk1"/>
              </a:buClr>
              <a:buSzPts val="1000"/>
              <a:buFont typeface="Twentieth Century"/>
              <a:buNone/>
              <a:defRPr/>
            </a:lvl4pPr>
            <a:lvl5pPr marL="0" lvl="4" indent="0" algn="r">
              <a:spcBef>
                <a:spcPts val="0"/>
              </a:spcBef>
              <a:spcAft>
                <a:spcPts val="0"/>
              </a:spcAft>
              <a:buClr>
                <a:schemeClr val="dk1"/>
              </a:buClr>
              <a:buSzPts val="1000"/>
              <a:buFont typeface="Twentieth Century"/>
              <a:buNone/>
              <a:defRPr/>
            </a:lvl5pPr>
            <a:lvl6pPr marL="0" lvl="5" indent="0" algn="r">
              <a:spcBef>
                <a:spcPts val="0"/>
              </a:spcBef>
              <a:spcAft>
                <a:spcPts val="0"/>
              </a:spcAft>
              <a:buClr>
                <a:schemeClr val="dk1"/>
              </a:buClr>
              <a:buSzPts val="1000"/>
              <a:buFont typeface="Twentieth Century"/>
              <a:buNone/>
              <a:defRPr/>
            </a:lvl6pPr>
            <a:lvl7pPr marL="0" lvl="6" indent="0" algn="r">
              <a:spcBef>
                <a:spcPts val="0"/>
              </a:spcBef>
              <a:spcAft>
                <a:spcPts val="0"/>
              </a:spcAft>
              <a:buClr>
                <a:schemeClr val="dk1"/>
              </a:buClr>
              <a:buSzPts val="1000"/>
              <a:buFont typeface="Twentieth Century"/>
              <a:buNone/>
              <a:defRPr/>
            </a:lvl7pPr>
            <a:lvl8pPr marL="0" lvl="7" indent="0" algn="r">
              <a:spcBef>
                <a:spcPts val="0"/>
              </a:spcBef>
              <a:spcAft>
                <a:spcPts val="0"/>
              </a:spcAft>
              <a:buClr>
                <a:schemeClr val="dk1"/>
              </a:buClr>
              <a:buSzPts val="1000"/>
              <a:buFont typeface="Twentieth Century"/>
              <a:buNone/>
              <a:defRPr/>
            </a:lvl8pPr>
            <a:lvl9pPr marL="0" lvl="8" indent="0" algn="r">
              <a:spcBef>
                <a:spcPts val="0"/>
              </a:spcBef>
              <a:spcAft>
                <a:spcPts val="0"/>
              </a:spcAft>
              <a:buClr>
                <a:schemeClr val="dk1"/>
              </a:buClr>
              <a:buSzPts val="1000"/>
              <a:buFont typeface="Twentieth Century"/>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03"/>
        <p:cNvGrpSpPr/>
        <p:nvPr/>
      </p:nvGrpSpPr>
      <p:grpSpPr>
        <a:xfrm>
          <a:off x="0" y="0"/>
          <a:ext cx="0" cy="0"/>
          <a:chOff x="0" y="0"/>
          <a:chExt cx="0" cy="0"/>
        </a:xfrm>
      </p:grpSpPr>
      <p:pic>
        <p:nvPicPr>
          <p:cNvPr id="104" name="Google Shape;104;p26"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05" name="Google Shape;105;p26"/>
          <p:cNvSpPr txBox="1">
            <a:spLocks noGrp="1"/>
          </p:cNvSpPr>
          <p:nvPr>
            <p:ph type="title"/>
          </p:nvPr>
        </p:nvSpPr>
        <p:spPr>
          <a:xfrm>
            <a:off x="1446212" y="609600"/>
            <a:ext cx="9302752" cy="299290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26"/>
          <p:cNvSpPr txBox="1">
            <a:spLocks noGrp="1"/>
          </p:cNvSpPr>
          <p:nvPr>
            <p:ph type="body" idx="1"/>
          </p:nvPr>
        </p:nvSpPr>
        <p:spPr>
          <a:xfrm>
            <a:off x="1720644" y="3610032"/>
            <a:ext cx="8752299" cy="594788"/>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SzPts val="1400"/>
              <a:buNone/>
              <a:defRPr sz="14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107" name="Google Shape;107;p26"/>
          <p:cNvSpPr txBox="1">
            <a:spLocks noGrp="1"/>
          </p:cNvSpPr>
          <p:nvPr>
            <p:ph type="body" idx="2"/>
          </p:nvPr>
        </p:nvSpPr>
        <p:spPr>
          <a:xfrm>
            <a:off x="913774" y="4372796"/>
            <a:ext cx="10364452" cy="1421053"/>
          </a:xfrm>
          <a:prstGeom prst="rect">
            <a:avLst/>
          </a:prstGeom>
          <a:noFill/>
          <a:ln>
            <a:noFill/>
          </a:ln>
        </p:spPr>
        <p:txBody>
          <a:bodyPr spcFirstLastPara="1" wrap="square" lIns="91425" tIns="45700" rIns="91425" bIns="45700" anchor="ctr" anchorCtr="0">
            <a:normAutofit/>
          </a:bodyPr>
          <a:lstStyle>
            <a:lvl1pPr marL="457200" lvl="0" indent="-228600" algn="ctr">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108" name="Google Shape;108;p26"/>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26"/>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26"/>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Twentieth Century"/>
              <a:buNone/>
              <a:defRPr/>
            </a:lvl1pPr>
            <a:lvl2pPr marL="0" lvl="1" indent="0" algn="r">
              <a:spcBef>
                <a:spcPts val="0"/>
              </a:spcBef>
              <a:spcAft>
                <a:spcPts val="0"/>
              </a:spcAft>
              <a:buClr>
                <a:schemeClr val="dk1"/>
              </a:buClr>
              <a:buSzPts val="1000"/>
              <a:buFont typeface="Twentieth Century"/>
              <a:buNone/>
              <a:defRPr/>
            </a:lvl2pPr>
            <a:lvl3pPr marL="0" lvl="2" indent="0" algn="r">
              <a:spcBef>
                <a:spcPts val="0"/>
              </a:spcBef>
              <a:spcAft>
                <a:spcPts val="0"/>
              </a:spcAft>
              <a:buClr>
                <a:schemeClr val="dk1"/>
              </a:buClr>
              <a:buSzPts val="1000"/>
              <a:buFont typeface="Twentieth Century"/>
              <a:buNone/>
              <a:defRPr/>
            </a:lvl3pPr>
            <a:lvl4pPr marL="0" lvl="3" indent="0" algn="r">
              <a:spcBef>
                <a:spcPts val="0"/>
              </a:spcBef>
              <a:spcAft>
                <a:spcPts val="0"/>
              </a:spcAft>
              <a:buClr>
                <a:schemeClr val="dk1"/>
              </a:buClr>
              <a:buSzPts val="1000"/>
              <a:buFont typeface="Twentieth Century"/>
              <a:buNone/>
              <a:defRPr/>
            </a:lvl4pPr>
            <a:lvl5pPr marL="0" lvl="4" indent="0" algn="r">
              <a:spcBef>
                <a:spcPts val="0"/>
              </a:spcBef>
              <a:spcAft>
                <a:spcPts val="0"/>
              </a:spcAft>
              <a:buClr>
                <a:schemeClr val="dk1"/>
              </a:buClr>
              <a:buSzPts val="1000"/>
              <a:buFont typeface="Twentieth Century"/>
              <a:buNone/>
              <a:defRPr/>
            </a:lvl5pPr>
            <a:lvl6pPr marL="0" lvl="5" indent="0" algn="r">
              <a:spcBef>
                <a:spcPts val="0"/>
              </a:spcBef>
              <a:spcAft>
                <a:spcPts val="0"/>
              </a:spcAft>
              <a:buClr>
                <a:schemeClr val="dk1"/>
              </a:buClr>
              <a:buSzPts val="1000"/>
              <a:buFont typeface="Twentieth Century"/>
              <a:buNone/>
              <a:defRPr/>
            </a:lvl6pPr>
            <a:lvl7pPr marL="0" lvl="6" indent="0" algn="r">
              <a:spcBef>
                <a:spcPts val="0"/>
              </a:spcBef>
              <a:spcAft>
                <a:spcPts val="0"/>
              </a:spcAft>
              <a:buClr>
                <a:schemeClr val="dk1"/>
              </a:buClr>
              <a:buSzPts val="1000"/>
              <a:buFont typeface="Twentieth Century"/>
              <a:buNone/>
              <a:defRPr/>
            </a:lvl7pPr>
            <a:lvl8pPr marL="0" lvl="7" indent="0" algn="r">
              <a:spcBef>
                <a:spcPts val="0"/>
              </a:spcBef>
              <a:spcAft>
                <a:spcPts val="0"/>
              </a:spcAft>
              <a:buClr>
                <a:schemeClr val="dk1"/>
              </a:buClr>
              <a:buSzPts val="1000"/>
              <a:buFont typeface="Twentieth Century"/>
              <a:buNone/>
              <a:defRPr/>
            </a:lvl8pPr>
            <a:lvl9pPr marL="0" lvl="8" indent="0" algn="r">
              <a:spcBef>
                <a:spcPts val="0"/>
              </a:spcBef>
              <a:spcAft>
                <a:spcPts val="0"/>
              </a:spcAft>
              <a:buClr>
                <a:schemeClr val="dk1"/>
              </a:buClr>
              <a:buSzPts val="1000"/>
              <a:buFont typeface="Twentieth Century"/>
              <a:buNone/>
              <a:defRPr/>
            </a:lvl9pPr>
          </a:lstStyle>
          <a:p>
            <a:pPr marL="0" lvl="0" indent="0" algn="r" rtl="0">
              <a:spcBef>
                <a:spcPts val="0"/>
              </a:spcBef>
              <a:spcAft>
                <a:spcPts val="0"/>
              </a:spcAft>
              <a:buNone/>
            </a:pPr>
            <a:fld id="{00000000-1234-1234-1234-123412341234}" type="slidenum">
              <a:rPr lang="en-US"/>
              <a:t>‹#›</a:t>
            </a:fld>
            <a:endParaRPr/>
          </a:p>
        </p:txBody>
      </p:sp>
      <p:sp>
        <p:nvSpPr>
          <p:cNvPr id="111" name="Google Shape;111;p26"/>
          <p:cNvSpPr txBox="1"/>
          <p:nvPr/>
        </p:nvSpPr>
        <p:spPr>
          <a:xfrm>
            <a:off x="1001488" y="75416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8000"/>
              <a:buFont typeface="Twentieth Century"/>
              <a:buNone/>
            </a:pPr>
            <a:r>
              <a:rPr lang="en-US" sz="8000" b="0" cap="none">
                <a:solidFill>
                  <a:schemeClr val="dk1"/>
                </a:solidFill>
                <a:latin typeface="Twentieth Century"/>
                <a:ea typeface="Twentieth Century"/>
                <a:cs typeface="Twentieth Century"/>
                <a:sym typeface="Twentieth Century"/>
              </a:rPr>
              <a:t>“</a:t>
            </a:r>
            <a:endParaRPr/>
          </a:p>
        </p:txBody>
      </p:sp>
      <p:sp>
        <p:nvSpPr>
          <p:cNvPr id="112" name="Google Shape;112;p26"/>
          <p:cNvSpPr txBox="1"/>
          <p:nvPr/>
        </p:nvSpPr>
        <p:spPr>
          <a:xfrm>
            <a:off x="10557558" y="2993578"/>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8000"/>
              <a:buFont typeface="Twentieth Century"/>
              <a:buNone/>
            </a:pPr>
            <a:r>
              <a:rPr lang="en-US" sz="8000" b="0" cap="none">
                <a:solidFill>
                  <a:schemeClr val="dk1"/>
                </a:solidFill>
                <a:latin typeface="Twentieth Century"/>
                <a:ea typeface="Twentieth Century"/>
                <a:cs typeface="Twentieth Century"/>
                <a:sym typeface="Twentieth Century"/>
              </a:rPr>
              <a:t>”</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13"/>
        <p:cNvGrpSpPr/>
        <p:nvPr/>
      </p:nvGrpSpPr>
      <p:grpSpPr>
        <a:xfrm>
          <a:off x="0" y="0"/>
          <a:ext cx="0" cy="0"/>
          <a:chOff x="0" y="0"/>
          <a:chExt cx="0" cy="0"/>
        </a:xfrm>
      </p:grpSpPr>
      <p:pic>
        <p:nvPicPr>
          <p:cNvPr id="114" name="Google Shape;114;p27"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15" name="Google Shape;115;p27"/>
          <p:cNvSpPr txBox="1">
            <a:spLocks noGrp="1"/>
          </p:cNvSpPr>
          <p:nvPr>
            <p:ph type="title"/>
          </p:nvPr>
        </p:nvSpPr>
        <p:spPr>
          <a:xfrm>
            <a:off x="913775" y="2138721"/>
            <a:ext cx="10364452" cy="251183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6" name="Google Shape;116;p27"/>
          <p:cNvSpPr txBox="1">
            <a:spLocks noGrp="1"/>
          </p:cNvSpPr>
          <p:nvPr>
            <p:ph type="body" idx="1"/>
          </p:nvPr>
        </p:nvSpPr>
        <p:spPr>
          <a:xfrm>
            <a:off x="913775" y="4662335"/>
            <a:ext cx="10364452" cy="1140644"/>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117" name="Google Shape;117;p27"/>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27"/>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27"/>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Twentieth Century"/>
              <a:buNone/>
              <a:defRPr/>
            </a:lvl1pPr>
            <a:lvl2pPr marL="0" lvl="1" indent="0" algn="r">
              <a:spcBef>
                <a:spcPts val="0"/>
              </a:spcBef>
              <a:spcAft>
                <a:spcPts val="0"/>
              </a:spcAft>
              <a:buClr>
                <a:schemeClr val="dk1"/>
              </a:buClr>
              <a:buSzPts val="1000"/>
              <a:buFont typeface="Twentieth Century"/>
              <a:buNone/>
              <a:defRPr/>
            </a:lvl2pPr>
            <a:lvl3pPr marL="0" lvl="2" indent="0" algn="r">
              <a:spcBef>
                <a:spcPts val="0"/>
              </a:spcBef>
              <a:spcAft>
                <a:spcPts val="0"/>
              </a:spcAft>
              <a:buClr>
                <a:schemeClr val="dk1"/>
              </a:buClr>
              <a:buSzPts val="1000"/>
              <a:buFont typeface="Twentieth Century"/>
              <a:buNone/>
              <a:defRPr/>
            </a:lvl3pPr>
            <a:lvl4pPr marL="0" lvl="3" indent="0" algn="r">
              <a:spcBef>
                <a:spcPts val="0"/>
              </a:spcBef>
              <a:spcAft>
                <a:spcPts val="0"/>
              </a:spcAft>
              <a:buClr>
                <a:schemeClr val="dk1"/>
              </a:buClr>
              <a:buSzPts val="1000"/>
              <a:buFont typeface="Twentieth Century"/>
              <a:buNone/>
              <a:defRPr/>
            </a:lvl4pPr>
            <a:lvl5pPr marL="0" lvl="4" indent="0" algn="r">
              <a:spcBef>
                <a:spcPts val="0"/>
              </a:spcBef>
              <a:spcAft>
                <a:spcPts val="0"/>
              </a:spcAft>
              <a:buClr>
                <a:schemeClr val="dk1"/>
              </a:buClr>
              <a:buSzPts val="1000"/>
              <a:buFont typeface="Twentieth Century"/>
              <a:buNone/>
              <a:defRPr/>
            </a:lvl5pPr>
            <a:lvl6pPr marL="0" lvl="5" indent="0" algn="r">
              <a:spcBef>
                <a:spcPts val="0"/>
              </a:spcBef>
              <a:spcAft>
                <a:spcPts val="0"/>
              </a:spcAft>
              <a:buClr>
                <a:schemeClr val="dk1"/>
              </a:buClr>
              <a:buSzPts val="1000"/>
              <a:buFont typeface="Twentieth Century"/>
              <a:buNone/>
              <a:defRPr/>
            </a:lvl6pPr>
            <a:lvl7pPr marL="0" lvl="6" indent="0" algn="r">
              <a:spcBef>
                <a:spcPts val="0"/>
              </a:spcBef>
              <a:spcAft>
                <a:spcPts val="0"/>
              </a:spcAft>
              <a:buClr>
                <a:schemeClr val="dk1"/>
              </a:buClr>
              <a:buSzPts val="1000"/>
              <a:buFont typeface="Twentieth Century"/>
              <a:buNone/>
              <a:defRPr/>
            </a:lvl7pPr>
            <a:lvl8pPr marL="0" lvl="7" indent="0" algn="r">
              <a:spcBef>
                <a:spcPts val="0"/>
              </a:spcBef>
              <a:spcAft>
                <a:spcPts val="0"/>
              </a:spcAft>
              <a:buClr>
                <a:schemeClr val="dk1"/>
              </a:buClr>
              <a:buSzPts val="1000"/>
              <a:buFont typeface="Twentieth Century"/>
              <a:buNone/>
              <a:defRPr/>
            </a:lvl8pPr>
            <a:lvl9pPr marL="0" lvl="8" indent="0" algn="r">
              <a:spcBef>
                <a:spcPts val="0"/>
              </a:spcBef>
              <a:spcAft>
                <a:spcPts val="0"/>
              </a:spcAft>
              <a:buClr>
                <a:schemeClr val="dk1"/>
              </a:buClr>
              <a:buSzPts val="1000"/>
              <a:buFont typeface="Twentieth Century"/>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20"/>
        <p:cNvGrpSpPr/>
        <p:nvPr/>
      </p:nvGrpSpPr>
      <p:grpSpPr>
        <a:xfrm>
          <a:off x="0" y="0"/>
          <a:ext cx="0" cy="0"/>
          <a:chOff x="0" y="0"/>
          <a:chExt cx="0" cy="0"/>
        </a:xfrm>
      </p:grpSpPr>
      <p:pic>
        <p:nvPicPr>
          <p:cNvPr id="121" name="Google Shape;121;p28"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22" name="Google Shape;122;p28"/>
          <p:cNvSpPr txBox="1">
            <a:spLocks noGrp="1"/>
          </p:cNvSpPr>
          <p:nvPr>
            <p:ph type="title"/>
          </p:nvPr>
        </p:nvSpPr>
        <p:spPr>
          <a:xfrm>
            <a:off x="913774" y="609600"/>
            <a:ext cx="10364452" cy="160509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3" name="Google Shape;123;p28"/>
          <p:cNvSpPr txBox="1">
            <a:spLocks noGrp="1"/>
          </p:cNvSpPr>
          <p:nvPr>
            <p:ph type="body" idx="1"/>
          </p:nvPr>
        </p:nvSpPr>
        <p:spPr>
          <a:xfrm>
            <a:off x="913774" y="2367093"/>
            <a:ext cx="3298976" cy="576262"/>
          </a:xfrm>
          <a:prstGeom prst="rect">
            <a:avLst/>
          </a:prstGeom>
          <a:noFill/>
          <a:ln>
            <a:noFill/>
          </a:ln>
        </p:spPr>
        <p:txBody>
          <a:bodyPr spcFirstLastPara="1" wrap="square" lIns="91425" tIns="45700" rIns="91425" bIns="45700" anchor="b" anchorCtr="0">
            <a:noAutofit/>
          </a:bodyPr>
          <a:lstStyle>
            <a:lvl1pPr marL="457200" lvl="0" indent="-228600" algn="ctr">
              <a:lnSpc>
                <a:spcPct val="85000"/>
              </a:lnSpc>
              <a:spcBef>
                <a:spcPts val="1000"/>
              </a:spcBef>
              <a:spcAft>
                <a:spcPts val="0"/>
              </a:spcAft>
              <a:buSzPts val="2400"/>
              <a:buNone/>
              <a:defRPr sz="2400" b="0">
                <a:solidFill>
                  <a:schemeClr val="dk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124" name="Google Shape;124;p28"/>
          <p:cNvSpPr txBox="1">
            <a:spLocks noGrp="1"/>
          </p:cNvSpPr>
          <p:nvPr>
            <p:ph type="body" idx="2"/>
          </p:nvPr>
        </p:nvSpPr>
        <p:spPr>
          <a:xfrm>
            <a:off x="913774" y="2943355"/>
            <a:ext cx="3298976" cy="2847845"/>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400"/>
              <a:buNone/>
              <a:defRPr sz="1400"/>
            </a:lvl1pPr>
            <a:lvl2pPr marL="914400" lvl="1" indent="-228600" algn="l">
              <a:lnSpc>
                <a:spcPct val="120000"/>
              </a:lnSpc>
              <a:spcBef>
                <a:spcPts val="500"/>
              </a:spcBef>
              <a:spcAft>
                <a:spcPts val="0"/>
              </a:spcAft>
              <a:buSzPts val="1200"/>
              <a:buNone/>
              <a:defRPr sz="1200"/>
            </a:lvl2pPr>
            <a:lvl3pPr marL="1371600" lvl="2" indent="-228600" algn="l">
              <a:lnSpc>
                <a:spcPct val="120000"/>
              </a:lnSpc>
              <a:spcBef>
                <a:spcPts val="500"/>
              </a:spcBef>
              <a:spcAft>
                <a:spcPts val="0"/>
              </a:spcAft>
              <a:buSzPts val="1000"/>
              <a:buNone/>
              <a:defRPr sz="1000"/>
            </a:lvl3pPr>
            <a:lvl4pPr marL="1828800" lvl="3" indent="-228600" algn="l">
              <a:lnSpc>
                <a:spcPct val="120000"/>
              </a:lnSpc>
              <a:spcBef>
                <a:spcPts val="500"/>
              </a:spcBef>
              <a:spcAft>
                <a:spcPts val="0"/>
              </a:spcAft>
              <a:buSzPts val="900"/>
              <a:buNone/>
              <a:defRPr sz="900"/>
            </a:lvl4pPr>
            <a:lvl5pPr marL="2286000" lvl="4" indent="-228600" algn="l">
              <a:lnSpc>
                <a:spcPct val="120000"/>
              </a:lnSpc>
              <a:spcBef>
                <a:spcPts val="500"/>
              </a:spcBef>
              <a:spcAft>
                <a:spcPts val="0"/>
              </a:spcAft>
              <a:buSzPts val="900"/>
              <a:buNone/>
              <a:defRPr sz="900"/>
            </a:lvl5pPr>
            <a:lvl6pPr marL="2743200" lvl="5" indent="-228600" algn="l">
              <a:lnSpc>
                <a:spcPct val="120000"/>
              </a:lnSpc>
              <a:spcBef>
                <a:spcPts val="500"/>
              </a:spcBef>
              <a:spcAft>
                <a:spcPts val="0"/>
              </a:spcAft>
              <a:buSzPts val="900"/>
              <a:buNone/>
              <a:defRPr sz="900"/>
            </a:lvl6pPr>
            <a:lvl7pPr marL="3200400" lvl="6" indent="-228600" algn="l">
              <a:lnSpc>
                <a:spcPct val="120000"/>
              </a:lnSpc>
              <a:spcBef>
                <a:spcPts val="500"/>
              </a:spcBef>
              <a:spcAft>
                <a:spcPts val="0"/>
              </a:spcAft>
              <a:buSzPts val="900"/>
              <a:buNone/>
              <a:defRPr sz="900"/>
            </a:lvl7pPr>
            <a:lvl8pPr marL="3657600" lvl="7" indent="-228600" algn="l">
              <a:lnSpc>
                <a:spcPct val="120000"/>
              </a:lnSpc>
              <a:spcBef>
                <a:spcPts val="500"/>
              </a:spcBef>
              <a:spcAft>
                <a:spcPts val="0"/>
              </a:spcAft>
              <a:buSzPts val="900"/>
              <a:buNone/>
              <a:defRPr sz="900"/>
            </a:lvl8pPr>
            <a:lvl9pPr marL="4114800" lvl="8" indent="-228600" algn="l">
              <a:lnSpc>
                <a:spcPct val="120000"/>
              </a:lnSpc>
              <a:spcBef>
                <a:spcPts val="500"/>
              </a:spcBef>
              <a:spcAft>
                <a:spcPts val="0"/>
              </a:spcAft>
              <a:buSzPts val="900"/>
              <a:buNone/>
              <a:defRPr sz="900"/>
            </a:lvl9pPr>
          </a:lstStyle>
          <a:p>
            <a:endParaRPr/>
          </a:p>
        </p:txBody>
      </p:sp>
      <p:sp>
        <p:nvSpPr>
          <p:cNvPr id="125" name="Google Shape;125;p28"/>
          <p:cNvSpPr txBox="1">
            <a:spLocks noGrp="1"/>
          </p:cNvSpPr>
          <p:nvPr>
            <p:ph type="body" idx="3"/>
          </p:nvPr>
        </p:nvSpPr>
        <p:spPr>
          <a:xfrm>
            <a:off x="4452389" y="2367093"/>
            <a:ext cx="3291521" cy="576262"/>
          </a:xfrm>
          <a:prstGeom prst="rect">
            <a:avLst/>
          </a:prstGeom>
          <a:noFill/>
          <a:ln>
            <a:noFill/>
          </a:ln>
        </p:spPr>
        <p:txBody>
          <a:bodyPr spcFirstLastPara="1" wrap="square" lIns="91425" tIns="45700" rIns="91425" bIns="45700" anchor="b" anchorCtr="0">
            <a:noAutofit/>
          </a:bodyPr>
          <a:lstStyle>
            <a:lvl1pPr marL="457200" lvl="0" indent="-228600" algn="ctr">
              <a:lnSpc>
                <a:spcPct val="85000"/>
              </a:lnSpc>
              <a:spcBef>
                <a:spcPts val="1000"/>
              </a:spcBef>
              <a:spcAft>
                <a:spcPts val="0"/>
              </a:spcAft>
              <a:buSzPts val="2400"/>
              <a:buNone/>
              <a:defRPr sz="2400" b="0">
                <a:solidFill>
                  <a:schemeClr val="dk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126" name="Google Shape;126;p28"/>
          <p:cNvSpPr txBox="1">
            <a:spLocks noGrp="1"/>
          </p:cNvSpPr>
          <p:nvPr>
            <p:ph type="body" idx="4"/>
          </p:nvPr>
        </p:nvSpPr>
        <p:spPr>
          <a:xfrm>
            <a:off x="4441348" y="2943355"/>
            <a:ext cx="3303351" cy="2847845"/>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400"/>
              <a:buNone/>
              <a:defRPr sz="1400"/>
            </a:lvl1pPr>
            <a:lvl2pPr marL="914400" lvl="1" indent="-228600" algn="l">
              <a:lnSpc>
                <a:spcPct val="120000"/>
              </a:lnSpc>
              <a:spcBef>
                <a:spcPts val="500"/>
              </a:spcBef>
              <a:spcAft>
                <a:spcPts val="0"/>
              </a:spcAft>
              <a:buSzPts val="1200"/>
              <a:buNone/>
              <a:defRPr sz="1200"/>
            </a:lvl2pPr>
            <a:lvl3pPr marL="1371600" lvl="2" indent="-228600" algn="l">
              <a:lnSpc>
                <a:spcPct val="120000"/>
              </a:lnSpc>
              <a:spcBef>
                <a:spcPts val="500"/>
              </a:spcBef>
              <a:spcAft>
                <a:spcPts val="0"/>
              </a:spcAft>
              <a:buSzPts val="1000"/>
              <a:buNone/>
              <a:defRPr sz="1000"/>
            </a:lvl3pPr>
            <a:lvl4pPr marL="1828800" lvl="3" indent="-228600" algn="l">
              <a:lnSpc>
                <a:spcPct val="120000"/>
              </a:lnSpc>
              <a:spcBef>
                <a:spcPts val="500"/>
              </a:spcBef>
              <a:spcAft>
                <a:spcPts val="0"/>
              </a:spcAft>
              <a:buSzPts val="900"/>
              <a:buNone/>
              <a:defRPr sz="900"/>
            </a:lvl4pPr>
            <a:lvl5pPr marL="2286000" lvl="4" indent="-228600" algn="l">
              <a:lnSpc>
                <a:spcPct val="120000"/>
              </a:lnSpc>
              <a:spcBef>
                <a:spcPts val="500"/>
              </a:spcBef>
              <a:spcAft>
                <a:spcPts val="0"/>
              </a:spcAft>
              <a:buSzPts val="900"/>
              <a:buNone/>
              <a:defRPr sz="900"/>
            </a:lvl5pPr>
            <a:lvl6pPr marL="2743200" lvl="5" indent="-228600" algn="l">
              <a:lnSpc>
                <a:spcPct val="120000"/>
              </a:lnSpc>
              <a:spcBef>
                <a:spcPts val="500"/>
              </a:spcBef>
              <a:spcAft>
                <a:spcPts val="0"/>
              </a:spcAft>
              <a:buSzPts val="900"/>
              <a:buNone/>
              <a:defRPr sz="900"/>
            </a:lvl6pPr>
            <a:lvl7pPr marL="3200400" lvl="6" indent="-228600" algn="l">
              <a:lnSpc>
                <a:spcPct val="120000"/>
              </a:lnSpc>
              <a:spcBef>
                <a:spcPts val="500"/>
              </a:spcBef>
              <a:spcAft>
                <a:spcPts val="0"/>
              </a:spcAft>
              <a:buSzPts val="900"/>
              <a:buNone/>
              <a:defRPr sz="900"/>
            </a:lvl7pPr>
            <a:lvl8pPr marL="3657600" lvl="7" indent="-228600" algn="l">
              <a:lnSpc>
                <a:spcPct val="120000"/>
              </a:lnSpc>
              <a:spcBef>
                <a:spcPts val="500"/>
              </a:spcBef>
              <a:spcAft>
                <a:spcPts val="0"/>
              </a:spcAft>
              <a:buSzPts val="900"/>
              <a:buNone/>
              <a:defRPr sz="900"/>
            </a:lvl8pPr>
            <a:lvl9pPr marL="4114800" lvl="8" indent="-228600" algn="l">
              <a:lnSpc>
                <a:spcPct val="120000"/>
              </a:lnSpc>
              <a:spcBef>
                <a:spcPts val="500"/>
              </a:spcBef>
              <a:spcAft>
                <a:spcPts val="0"/>
              </a:spcAft>
              <a:buSzPts val="900"/>
              <a:buNone/>
              <a:defRPr sz="900"/>
            </a:lvl9pPr>
          </a:lstStyle>
          <a:p>
            <a:endParaRPr/>
          </a:p>
        </p:txBody>
      </p:sp>
      <p:sp>
        <p:nvSpPr>
          <p:cNvPr id="127" name="Google Shape;127;p28"/>
          <p:cNvSpPr txBox="1">
            <a:spLocks noGrp="1"/>
          </p:cNvSpPr>
          <p:nvPr>
            <p:ph type="body" idx="5"/>
          </p:nvPr>
        </p:nvSpPr>
        <p:spPr>
          <a:xfrm>
            <a:off x="7973298" y="2367093"/>
            <a:ext cx="3304928" cy="576262"/>
          </a:xfrm>
          <a:prstGeom prst="rect">
            <a:avLst/>
          </a:prstGeom>
          <a:noFill/>
          <a:ln>
            <a:noFill/>
          </a:ln>
        </p:spPr>
        <p:txBody>
          <a:bodyPr spcFirstLastPara="1" wrap="square" lIns="91425" tIns="45700" rIns="91425" bIns="45700" anchor="b" anchorCtr="0">
            <a:noAutofit/>
          </a:bodyPr>
          <a:lstStyle>
            <a:lvl1pPr marL="457200" lvl="0" indent="-228600" algn="ctr">
              <a:lnSpc>
                <a:spcPct val="85000"/>
              </a:lnSpc>
              <a:spcBef>
                <a:spcPts val="1000"/>
              </a:spcBef>
              <a:spcAft>
                <a:spcPts val="0"/>
              </a:spcAft>
              <a:buSzPts val="2400"/>
              <a:buNone/>
              <a:defRPr sz="2400" b="0">
                <a:solidFill>
                  <a:schemeClr val="dk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128" name="Google Shape;128;p28"/>
          <p:cNvSpPr txBox="1">
            <a:spLocks noGrp="1"/>
          </p:cNvSpPr>
          <p:nvPr>
            <p:ph type="body" idx="6"/>
          </p:nvPr>
        </p:nvSpPr>
        <p:spPr>
          <a:xfrm>
            <a:off x="7973298" y="2943355"/>
            <a:ext cx="3304928" cy="2847845"/>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400"/>
              <a:buNone/>
              <a:defRPr sz="1400"/>
            </a:lvl1pPr>
            <a:lvl2pPr marL="914400" lvl="1" indent="-228600" algn="l">
              <a:lnSpc>
                <a:spcPct val="120000"/>
              </a:lnSpc>
              <a:spcBef>
                <a:spcPts val="500"/>
              </a:spcBef>
              <a:spcAft>
                <a:spcPts val="0"/>
              </a:spcAft>
              <a:buSzPts val="1200"/>
              <a:buNone/>
              <a:defRPr sz="1200"/>
            </a:lvl2pPr>
            <a:lvl3pPr marL="1371600" lvl="2" indent="-228600" algn="l">
              <a:lnSpc>
                <a:spcPct val="120000"/>
              </a:lnSpc>
              <a:spcBef>
                <a:spcPts val="500"/>
              </a:spcBef>
              <a:spcAft>
                <a:spcPts val="0"/>
              </a:spcAft>
              <a:buSzPts val="1000"/>
              <a:buNone/>
              <a:defRPr sz="1000"/>
            </a:lvl3pPr>
            <a:lvl4pPr marL="1828800" lvl="3" indent="-228600" algn="l">
              <a:lnSpc>
                <a:spcPct val="120000"/>
              </a:lnSpc>
              <a:spcBef>
                <a:spcPts val="500"/>
              </a:spcBef>
              <a:spcAft>
                <a:spcPts val="0"/>
              </a:spcAft>
              <a:buSzPts val="900"/>
              <a:buNone/>
              <a:defRPr sz="900"/>
            </a:lvl4pPr>
            <a:lvl5pPr marL="2286000" lvl="4" indent="-228600" algn="l">
              <a:lnSpc>
                <a:spcPct val="120000"/>
              </a:lnSpc>
              <a:spcBef>
                <a:spcPts val="500"/>
              </a:spcBef>
              <a:spcAft>
                <a:spcPts val="0"/>
              </a:spcAft>
              <a:buSzPts val="900"/>
              <a:buNone/>
              <a:defRPr sz="900"/>
            </a:lvl5pPr>
            <a:lvl6pPr marL="2743200" lvl="5" indent="-228600" algn="l">
              <a:lnSpc>
                <a:spcPct val="120000"/>
              </a:lnSpc>
              <a:spcBef>
                <a:spcPts val="500"/>
              </a:spcBef>
              <a:spcAft>
                <a:spcPts val="0"/>
              </a:spcAft>
              <a:buSzPts val="900"/>
              <a:buNone/>
              <a:defRPr sz="900"/>
            </a:lvl6pPr>
            <a:lvl7pPr marL="3200400" lvl="6" indent="-228600" algn="l">
              <a:lnSpc>
                <a:spcPct val="120000"/>
              </a:lnSpc>
              <a:spcBef>
                <a:spcPts val="500"/>
              </a:spcBef>
              <a:spcAft>
                <a:spcPts val="0"/>
              </a:spcAft>
              <a:buSzPts val="900"/>
              <a:buNone/>
              <a:defRPr sz="900"/>
            </a:lvl7pPr>
            <a:lvl8pPr marL="3657600" lvl="7" indent="-228600" algn="l">
              <a:lnSpc>
                <a:spcPct val="120000"/>
              </a:lnSpc>
              <a:spcBef>
                <a:spcPts val="500"/>
              </a:spcBef>
              <a:spcAft>
                <a:spcPts val="0"/>
              </a:spcAft>
              <a:buSzPts val="900"/>
              <a:buNone/>
              <a:defRPr sz="900"/>
            </a:lvl8pPr>
            <a:lvl9pPr marL="4114800" lvl="8" indent="-228600" algn="l">
              <a:lnSpc>
                <a:spcPct val="120000"/>
              </a:lnSpc>
              <a:spcBef>
                <a:spcPts val="500"/>
              </a:spcBef>
              <a:spcAft>
                <a:spcPts val="0"/>
              </a:spcAft>
              <a:buSzPts val="900"/>
              <a:buNone/>
              <a:defRPr sz="900"/>
            </a:lvl9pPr>
          </a:lstStyle>
          <a:p>
            <a:endParaRPr/>
          </a:p>
        </p:txBody>
      </p:sp>
      <p:sp>
        <p:nvSpPr>
          <p:cNvPr id="129" name="Google Shape;129;p28"/>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28"/>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28"/>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Twentieth Century"/>
              <a:buNone/>
              <a:defRPr/>
            </a:lvl1pPr>
            <a:lvl2pPr marL="0" lvl="1" indent="0" algn="r">
              <a:spcBef>
                <a:spcPts val="0"/>
              </a:spcBef>
              <a:spcAft>
                <a:spcPts val="0"/>
              </a:spcAft>
              <a:buClr>
                <a:schemeClr val="dk1"/>
              </a:buClr>
              <a:buSzPts val="1000"/>
              <a:buFont typeface="Twentieth Century"/>
              <a:buNone/>
              <a:defRPr/>
            </a:lvl2pPr>
            <a:lvl3pPr marL="0" lvl="2" indent="0" algn="r">
              <a:spcBef>
                <a:spcPts val="0"/>
              </a:spcBef>
              <a:spcAft>
                <a:spcPts val="0"/>
              </a:spcAft>
              <a:buClr>
                <a:schemeClr val="dk1"/>
              </a:buClr>
              <a:buSzPts val="1000"/>
              <a:buFont typeface="Twentieth Century"/>
              <a:buNone/>
              <a:defRPr/>
            </a:lvl3pPr>
            <a:lvl4pPr marL="0" lvl="3" indent="0" algn="r">
              <a:spcBef>
                <a:spcPts val="0"/>
              </a:spcBef>
              <a:spcAft>
                <a:spcPts val="0"/>
              </a:spcAft>
              <a:buClr>
                <a:schemeClr val="dk1"/>
              </a:buClr>
              <a:buSzPts val="1000"/>
              <a:buFont typeface="Twentieth Century"/>
              <a:buNone/>
              <a:defRPr/>
            </a:lvl4pPr>
            <a:lvl5pPr marL="0" lvl="4" indent="0" algn="r">
              <a:spcBef>
                <a:spcPts val="0"/>
              </a:spcBef>
              <a:spcAft>
                <a:spcPts val="0"/>
              </a:spcAft>
              <a:buClr>
                <a:schemeClr val="dk1"/>
              </a:buClr>
              <a:buSzPts val="1000"/>
              <a:buFont typeface="Twentieth Century"/>
              <a:buNone/>
              <a:defRPr/>
            </a:lvl5pPr>
            <a:lvl6pPr marL="0" lvl="5" indent="0" algn="r">
              <a:spcBef>
                <a:spcPts val="0"/>
              </a:spcBef>
              <a:spcAft>
                <a:spcPts val="0"/>
              </a:spcAft>
              <a:buClr>
                <a:schemeClr val="dk1"/>
              </a:buClr>
              <a:buSzPts val="1000"/>
              <a:buFont typeface="Twentieth Century"/>
              <a:buNone/>
              <a:defRPr/>
            </a:lvl6pPr>
            <a:lvl7pPr marL="0" lvl="6" indent="0" algn="r">
              <a:spcBef>
                <a:spcPts val="0"/>
              </a:spcBef>
              <a:spcAft>
                <a:spcPts val="0"/>
              </a:spcAft>
              <a:buClr>
                <a:schemeClr val="dk1"/>
              </a:buClr>
              <a:buSzPts val="1000"/>
              <a:buFont typeface="Twentieth Century"/>
              <a:buNone/>
              <a:defRPr/>
            </a:lvl7pPr>
            <a:lvl8pPr marL="0" lvl="7" indent="0" algn="r">
              <a:spcBef>
                <a:spcPts val="0"/>
              </a:spcBef>
              <a:spcAft>
                <a:spcPts val="0"/>
              </a:spcAft>
              <a:buClr>
                <a:schemeClr val="dk1"/>
              </a:buClr>
              <a:buSzPts val="1000"/>
              <a:buFont typeface="Twentieth Century"/>
              <a:buNone/>
              <a:defRPr/>
            </a:lvl8pPr>
            <a:lvl9pPr marL="0" lvl="8" indent="0" algn="r">
              <a:spcBef>
                <a:spcPts val="0"/>
              </a:spcBef>
              <a:spcAft>
                <a:spcPts val="0"/>
              </a:spcAft>
              <a:buClr>
                <a:schemeClr val="dk1"/>
              </a:buClr>
              <a:buSzPts val="1000"/>
              <a:buFont typeface="Twentieth Century"/>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32"/>
        <p:cNvGrpSpPr/>
        <p:nvPr/>
      </p:nvGrpSpPr>
      <p:grpSpPr>
        <a:xfrm>
          <a:off x="0" y="0"/>
          <a:ext cx="0" cy="0"/>
          <a:chOff x="0" y="0"/>
          <a:chExt cx="0" cy="0"/>
        </a:xfrm>
      </p:grpSpPr>
      <p:pic>
        <p:nvPicPr>
          <p:cNvPr id="133" name="Google Shape;133;p29"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34" name="Google Shape;134;p29"/>
          <p:cNvSpPr txBox="1">
            <a:spLocks noGrp="1"/>
          </p:cNvSpPr>
          <p:nvPr>
            <p:ph type="title"/>
          </p:nvPr>
        </p:nvSpPr>
        <p:spPr>
          <a:xfrm>
            <a:off x="913774" y="610772"/>
            <a:ext cx="10364452" cy="160392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29"/>
          <p:cNvSpPr txBox="1">
            <a:spLocks noGrp="1"/>
          </p:cNvSpPr>
          <p:nvPr>
            <p:ph type="body" idx="1"/>
          </p:nvPr>
        </p:nvSpPr>
        <p:spPr>
          <a:xfrm>
            <a:off x="913774" y="4204820"/>
            <a:ext cx="3296409" cy="576262"/>
          </a:xfrm>
          <a:prstGeom prst="rect">
            <a:avLst/>
          </a:prstGeom>
          <a:noFill/>
          <a:ln>
            <a:noFill/>
          </a:ln>
        </p:spPr>
        <p:txBody>
          <a:bodyPr spcFirstLastPara="1" wrap="square" lIns="91425" tIns="45700" rIns="91425" bIns="45700" anchor="b" anchorCtr="0">
            <a:noAutofit/>
          </a:bodyPr>
          <a:lstStyle>
            <a:lvl1pPr marL="457200" lvl="0" indent="-228600" algn="ctr">
              <a:lnSpc>
                <a:spcPct val="85000"/>
              </a:lnSpc>
              <a:spcBef>
                <a:spcPts val="1000"/>
              </a:spcBef>
              <a:spcAft>
                <a:spcPts val="0"/>
              </a:spcAft>
              <a:buSzPts val="2200"/>
              <a:buNone/>
              <a:defRPr sz="2200" b="0">
                <a:solidFill>
                  <a:schemeClr val="dk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136" name="Google Shape;136;p29"/>
          <p:cNvSpPr>
            <a:spLocks noGrp="1"/>
          </p:cNvSpPr>
          <p:nvPr>
            <p:ph type="pic" idx="2"/>
          </p:nvPr>
        </p:nvSpPr>
        <p:spPr>
          <a:xfrm>
            <a:off x="913774" y="2367093"/>
            <a:ext cx="3296409" cy="1524000"/>
          </a:xfrm>
          <a:prstGeom prst="roundRect">
            <a:avLst>
              <a:gd name="adj" fmla="val 9363"/>
            </a:avLst>
          </a:prstGeom>
          <a:noFill/>
          <a:ln w="82550" cap="sq" cmpd="sng">
            <a:solidFill>
              <a:srgbClr val="EAEAEA"/>
            </a:solidFill>
            <a:prstDash val="solid"/>
            <a:miter lim="800000"/>
            <a:headEnd type="none" w="sm" len="sm"/>
            <a:tailEnd type="none" w="sm" len="sm"/>
          </a:ln>
        </p:spPr>
      </p:sp>
      <p:sp>
        <p:nvSpPr>
          <p:cNvPr id="137" name="Google Shape;137;p29"/>
          <p:cNvSpPr txBox="1">
            <a:spLocks noGrp="1"/>
          </p:cNvSpPr>
          <p:nvPr>
            <p:ph type="body" idx="3"/>
          </p:nvPr>
        </p:nvSpPr>
        <p:spPr>
          <a:xfrm>
            <a:off x="913774" y="4781082"/>
            <a:ext cx="3296409" cy="1010118"/>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400"/>
              <a:buNone/>
              <a:defRPr sz="1400"/>
            </a:lvl1pPr>
            <a:lvl2pPr marL="914400" lvl="1" indent="-228600" algn="l">
              <a:lnSpc>
                <a:spcPct val="120000"/>
              </a:lnSpc>
              <a:spcBef>
                <a:spcPts val="500"/>
              </a:spcBef>
              <a:spcAft>
                <a:spcPts val="0"/>
              </a:spcAft>
              <a:buSzPts val="1200"/>
              <a:buNone/>
              <a:defRPr sz="1200"/>
            </a:lvl2pPr>
            <a:lvl3pPr marL="1371600" lvl="2" indent="-228600" algn="l">
              <a:lnSpc>
                <a:spcPct val="120000"/>
              </a:lnSpc>
              <a:spcBef>
                <a:spcPts val="500"/>
              </a:spcBef>
              <a:spcAft>
                <a:spcPts val="0"/>
              </a:spcAft>
              <a:buSzPts val="1000"/>
              <a:buNone/>
              <a:defRPr sz="1000"/>
            </a:lvl3pPr>
            <a:lvl4pPr marL="1828800" lvl="3" indent="-228600" algn="l">
              <a:lnSpc>
                <a:spcPct val="120000"/>
              </a:lnSpc>
              <a:spcBef>
                <a:spcPts val="500"/>
              </a:spcBef>
              <a:spcAft>
                <a:spcPts val="0"/>
              </a:spcAft>
              <a:buSzPts val="900"/>
              <a:buNone/>
              <a:defRPr sz="900"/>
            </a:lvl4pPr>
            <a:lvl5pPr marL="2286000" lvl="4" indent="-228600" algn="l">
              <a:lnSpc>
                <a:spcPct val="120000"/>
              </a:lnSpc>
              <a:spcBef>
                <a:spcPts val="500"/>
              </a:spcBef>
              <a:spcAft>
                <a:spcPts val="0"/>
              </a:spcAft>
              <a:buSzPts val="900"/>
              <a:buNone/>
              <a:defRPr sz="900"/>
            </a:lvl5pPr>
            <a:lvl6pPr marL="2743200" lvl="5" indent="-228600" algn="l">
              <a:lnSpc>
                <a:spcPct val="120000"/>
              </a:lnSpc>
              <a:spcBef>
                <a:spcPts val="500"/>
              </a:spcBef>
              <a:spcAft>
                <a:spcPts val="0"/>
              </a:spcAft>
              <a:buSzPts val="900"/>
              <a:buNone/>
              <a:defRPr sz="900"/>
            </a:lvl6pPr>
            <a:lvl7pPr marL="3200400" lvl="6" indent="-228600" algn="l">
              <a:lnSpc>
                <a:spcPct val="120000"/>
              </a:lnSpc>
              <a:spcBef>
                <a:spcPts val="500"/>
              </a:spcBef>
              <a:spcAft>
                <a:spcPts val="0"/>
              </a:spcAft>
              <a:buSzPts val="900"/>
              <a:buNone/>
              <a:defRPr sz="900"/>
            </a:lvl7pPr>
            <a:lvl8pPr marL="3657600" lvl="7" indent="-228600" algn="l">
              <a:lnSpc>
                <a:spcPct val="120000"/>
              </a:lnSpc>
              <a:spcBef>
                <a:spcPts val="500"/>
              </a:spcBef>
              <a:spcAft>
                <a:spcPts val="0"/>
              </a:spcAft>
              <a:buSzPts val="900"/>
              <a:buNone/>
              <a:defRPr sz="900"/>
            </a:lvl8pPr>
            <a:lvl9pPr marL="4114800" lvl="8" indent="-228600" algn="l">
              <a:lnSpc>
                <a:spcPct val="120000"/>
              </a:lnSpc>
              <a:spcBef>
                <a:spcPts val="500"/>
              </a:spcBef>
              <a:spcAft>
                <a:spcPts val="0"/>
              </a:spcAft>
              <a:buSzPts val="900"/>
              <a:buNone/>
              <a:defRPr sz="900"/>
            </a:lvl9pPr>
          </a:lstStyle>
          <a:p>
            <a:endParaRPr/>
          </a:p>
        </p:txBody>
      </p:sp>
      <p:sp>
        <p:nvSpPr>
          <p:cNvPr id="138" name="Google Shape;138;p29"/>
          <p:cNvSpPr txBox="1">
            <a:spLocks noGrp="1"/>
          </p:cNvSpPr>
          <p:nvPr>
            <p:ph type="body" idx="4"/>
          </p:nvPr>
        </p:nvSpPr>
        <p:spPr>
          <a:xfrm>
            <a:off x="4442759" y="4204820"/>
            <a:ext cx="3301828" cy="576262"/>
          </a:xfrm>
          <a:prstGeom prst="rect">
            <a:avLst/>
          </a:prstGeom>
          <a:noFill/>
          <a:ln>
            <a:noFill/>
          </a:ln>
        </p:spPr>
        <p:txBody>
          <a:bodyPr spcFirstLastPara="1" wrap="square" lIns="91425" tIns="45700" rIns="91425" bIns="45700" anchor="b" anchorCtr="0">
            <a:noAutofit/>
          </a:bodyPr>
          <a:lstStyle>
            <a:lvl1pPr marL="457200" lvl="0" indent="-228600" algn="ctr">
              <a:lnSpc>
                <a:spcPct val="85000"/>
              </a:lnSpc>
              <a:spcBef>
                <a:spcPts val="1000"/>
              </a:spcBef>
              <a:spcAft>
                <a:spcPts val="0"/>
              </a:spcAft>
              <a:buSzPts val="2200"/>
              <a:buNone/>
              <a:defRPr sz="2200" b="0">
                <a:solidFill>
                  <a:schemeClr val="dk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139" name="Google Shape;139;p29"/>
          <p:cNvSpPr>
            <a:spLocks noGrp="1"/>
          </p:cNvSpPr>
          <p:nvPr>
            <p:ph type="pic" idx="5"/>
          </p:nvPr>
        </p:nvSpPr>
        <p:spPr>
          <a:xfrm>
            <a:off x="4441348" y="2367093"/>
            <a:ext cx="3303352" cy="1524000"/>
          </a:xfrm>
          <a:prstGeom prst="roundRect">
            <a:avLst>
              <a:gd name="adj" fmla="val 8841"/>
            </a:avLst>
          </a:prstGeom>
          <a:noFill/>
          <a:ln w="82550" cap="sq" cmpd="sng">
            <a:solidFill>
              <a:srgbClr val="EAEAEA"/>
            </a:solidFill>
            <a:prstDash val="solid"/>
            <a:miter lim="800000"/>
            <a:headEnd type="none" w="sm" len="sm"/>
            <a:tailEnd type="none" w="sm" len="sm"/>
          </a:ln>
        </p:spPr>
      </p:sp>
      <p:sp>
        <p:nvSpPr>
          <p:cNvPr id="140" name="Google Shape;140;p29"/>
          <p:cNvSpPr txBox="1">
            <a:spLocks noGrp="1"/>
          </p:cNvSpPr>
          <p:nvPr>
            <p:ph type="body" idx="6"/>
          </p:nvPr>
        </p:nvSpPr>
        <p:spPr>
          <a:xfrm>
            <a:off x="4441348" y="4781080"/>
            <a:ext cx="3303352" cy="1010119"/>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400"/>
              <a:buNone/>
              <a:defRPr sz="1400"/>
            </a:lvl1pPr>
            <a:lvl2pPr marL="914400" lvl="1" indent="-228600" algn="l">
              <a:lnSpc>
                <a:spcPct val="120000"/>
              </a:lnSpc>
              <a:spcBef>
                <a:spcPts val="500"/>
              </a:spcBef>
              <a:spcAft>
                <a:spcPts val="0"/>
              </a:spcAft>
              <a:buSzPts val="1200"/>
              <a:buNone/>
              <a:defRPr sz="1200"/>
            </a:lvl2pPr>
            <a:lvl3pPr marL="1371600" lvl="2" indent="-228600" algn="l">
              <a:lnSpc>
                <a:spcPct val="120000"/>
              </a:lnSpc>
              <a:spcBef>
                <a:spcPts val="500"/>
              </a:spcBef>
              <a:spcAft>
                <a:spcPts val="0"/>
              </a:spcAft>
              <a:buSzPts val="1000"/>
              <a:buNone/>
              <a:defRPr sz="1000"/>
            </a:lvl3pPr>
            <a:lvl4pPr marL="1828800" lvl="3" indent="-228600" algn="l">
              <a:lnSpc>
                <a:spcPct val="120000"/>
              </a:lnSpc>
              <a:spcBef>
                <a:spcPts val="500"/>
              </a:spcBef>
              <a:spcAft>
                <a:spcPts val="0"/>
              </a:spcAft>
              <a:buSzPts val="900"/>
              <a:buNone/>
              <a:defRPr sz="900"/>
            </a:lvl4pPr>
            <a:lvl5pPr marL="2286000" lvl="4" indent="-228600" algn="l">
              <a:lnSpc>
                <a:spcPct val="120000"/>
              </a:lnSpc>
              <a:spcBef>
                <a:spcPts val="500"/>
              </a:spcBef>
              <a:spcAft>
                <a:spcPts val="0"/>
              </a:spcAft>
              <a:buSzPts val="900"/>
              <a:buNone/>
              <a:defRPr sz="900"/>
            </a:lvl5pPr>
            <a:lvl6pPr marL="2743200" lvl="5" indent="-228600" algn="l">
              <a:lnSpc>
                <a:spcPct val="120000"/>
              </a:lnSpc>
              <a:spcBef>
                <a:spcPts val="500"/>
              </a:spcBef>
              <a:spcAft>
                <a:spcPts val="0"/>
              </a:spcAft>
              <a:buSzPts val="900"/>
              <a:buNone/>
              <a:defRPr sz="900"/>
            </a:lvl6pPr>
            <a:lvl7pPr marL="3200400" lvl="6" indent="-228600" algn="l">
              <a:lnSpc>
                <a:spcPct val="120000"/>
              </a:lnSpc>
              <a:spcBef>
                <a:spcPts val="500"/>
              </a:spcBef>
              <a:spcAft>
                <a:spcPts val="0"/>
              </a:spcAft>
              <a:buSzPts val="900"/>
              <a:buNone/>
              <a:defRPr sz="900"/>
            </a:lvl7pPr>
            <a:lvl8pPr marL="3657600" lvl="7" indent="-228600" algn="l">
              <a:lnSpc>
                <a:spcPct val="120000"/>
              </a:lnSpc>
              <a:spcBef>
                <a:spcPts val="500"/>
              </a:spcBef>
              <a:spcAft>
                <a:spcPts val="0"/>
              </a:spcAft>
              <a:buSzPts val="900"/>
              <a:buNone/>
              <a:defRPr sz="900"/>
            </a:lvl8pPr>
            <a:lvl9pPr marL="4114800" lvl="8" indent="-228600" algn="l">
              <a:lnSpc>
                <a:spcPct val="120000"/>
              </a:lnSpc>
              <a:spcBef>
                <a:spcPts val="500"/>
              </a:spcBef>
              <a:spcAft>
                <a:spcPts val="0"/>
              </a:spcAft>
              <a:buSzPts val="900"/>
              <a:buNone/>
              <a:defRPr sz="900"/>
            </a:lvl9pPr>
          </a:lstStyle>
          <a:p>
            <a:endParaRPr/>
          </a:p>
        </p:txBody>
      </p:sp>
      <p:sp>
        <p:nvSpPr>
          <p:cNvPr id="141" name="Google Shape;141;p29"/>
          <p:cNvSpPr txBox="1">
            <a:spLocks noGrp="1"/>
          </p:cNvSpPr>
          <p:nvPr>
            <p:ph type="body" idx="7"/>
          </p:nvPr>
        </p:nvSpPr>
        <p:spPr>
          <a:xfrm>
            <a:off x="7973298" y="4204820"/>
            <a:ext cx="3300681" cy="576262"/>
          </a:xfrm>
          <a:prstGeom prst="rect">
            <a:avLst/>
          </a:prstGeom>
          <a:noFill/>
          <a:ln>
            <a:noFill/>
          </a:ln>
        </p:spPr>
        <p:txBody>
          <a:bodyPr spcFirstLastPara="1" wrap="square" lIns="91425" tIns="45700" rIns="91425" bIns="45700" anchor="b" anchorCtr="0">
            <a:noAutofit/>
          </a:bodyPr>
          <a:lstStyle>
            <a:lvl1pPr marL="457200" lvl="0" indent="-228600" algn="ctr">
              <a:lnSpc>
                <a:spcPct val="85000"/>
              </a:lnSpc>
              <a:spcBef>
                <a:spcPts val="1000"/>
              </a:spcBef>
              <a:spcAft>
                <a:spcPts val="0"/>
              </a:spcAft>
              <a:buSzPts val="2200"/>
              <a:buNone/>
              <a:defRPr sz="2200" b="0">
                <a:solidFill>
                  <a:schemeClr val="dk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142" name="Google Shape;142;p29"/>
          <p:cNvSpPr>
            <a:spLocks noGrp="1"/>
          </p:cNvSpPr>
          <p:nvPr>
            <p:ph type="pic" idx="8"/>
          </p:nvPr>
        </p:nvSpPr>
        <p:spPr>
          <a:xfrm>
            <a:off x="7973298" y="2367093"/>
            <a:ext cx="3304928" cy="1524000"/>
          </a:xfrm>
          <a:prstGeom prst="roundRect">
            <a:avLst>
              <a:gd name="adj" fmla="val 8841"/>
            </a:avLst>
          </a:prstGeom>
          <a:noFill/>
          <a:ln w="82550" cap="sq" cmpd="sng">
            <a:solidFill>
              <a:srgbClr val="EAEAEA"/>
            </a:solidFill>
            <a:prstDash val="solid"/>
            <a:miter lim="800000"/>
            <a:headEnd type="none" w="sm" len="sm"/>
            <a:tailEnd type="none" w="sm" len="sm"/>
          </a:ln>
        </p:spPr>
      </p:sp>
      <p:sp>
        <p:nvSpPr>
          <p:cNvPr id="143" name="Google Shape;143;p29"/>
          <p:cNvSpPr txBox="1">
            <a:spLocks noGrp="1"/>
          </p:cNvSpPr>
          <p:nvPr>
            <p:ph type="body" idx="9"/>
          </p:nvPr>
        </p:nvSpPr>
        <p:spPr>
          <a:xfrm>
            <a:off x="7973173" y="4781078"/>
            <a:ext cx="3305053" cy="1010121"/>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400"/>
              <a:buNone/>
              <a:defRPr sz="1400"/>
            </a:lvl1pPr>
            <a:lvl2pPr marL="914400" lvl="1" indent="-228600" algn="l">
              <a:lnSpc>
                <a:spcPct val="120000"/>
              </a:lnSpc>
              <a:spcBef>
                <a:spcPts val="500"/>
              </a:spcBef>
              <a:spcAft>
                <a:spcPts val="0"/>
              </a:spcAft>
              <a:buSzPts val="1200"/>
              <a:buNone/>
              <a:defRPr sz="1200"/>
            </a:lvl2pPr>
            <a:lvl3pPr marL="1371600" lvl="2" indent="-228600" algn="l">
              <a:lnSpc>
                <a:spcPct val="120000"/>
              </a:lnSpc>
              <a:spcBef>
                <a:spcPts val="500"/>
              </a:spcBef>
              <a:spcAft>
                <a:spcPts val="0"/>
              </a:spcAft>
              <a:buSzPts val="1000"/>
              <a:buNone/>
              <a:defRPr sz="1000"/>
            </a:lvl3pPr>
            <a:lvl4pPr marL="1828800" lvl="3" indent="-228600" algn="l">
              <a:lnSpc>
                <a:spcPct val="120000"/>
              </a:lnSpc>
              <a:spcBef>
                <a:spcPts val="500"/>
              </a:spcBef>
              <a:spcAft>
                <a:spcPts val="0"/>
              </a:spcAft>
              <a:buSzPts val="900"/>
              <a:buNone/>
              <a:defRPr sz="900"/>
            </a:lvl4pPr>
            <a:lvl5pPr marL="2286000" lvl="4" indent="-228600" algn="l">
              <a:lnSpc>
                <a:spcPct val="120000"/>
              </a:lnSpc>
              <a:spcBef>
                <a:spcPts val="500"/>
              </a:spcBef>
              <a:spcAft>
                <a:spcPts val="0"/>
              </a:spcAft>
              <a:buSzPts val="900"/>
              <a:buNone/>
              <a:defRPr sz="900"/>
            </a:lvl5pPr>
            <a:lvl6pPr marL="2743200" lvl="5" indent="-228600" algn="l">
              <a:lnSpc>
                <a:spcPct val="120000"/>
              </a:lnSpc>
              <a:spcBef>
                <a:spcPts val="500"/>
              </a:spcBef>
              <a:spcAft>
                <a:spcPts val="0"/>
              </a:spcAft>
              <a:buSzPts val="900"/>
              <a:buNone/>
              <a:defRPr sz="900"/>
            </a:lvl6pPr>
            <a:lvl7pPr marL="3200400" lvl="6" indent="-228600" algn="l">
              <a:lnSpc>
                <a:spcPct val="120000"/>
              </a:lnSpc>
              <a:spcBef>
                <a:spcPts val="500"/>
              </a:spcBef>
              <a:spcAft>
                <a:spcPts val="0"/>
              </a:spcAft>
              <a:buSzPts val="900"/>
              <a:buNone/>
              <a:defRPr sz="900"/>
            </a:lvl7pPr>
            <a:lvl8pPr marL="3657600" lvl="7" indent="-228600" algn="l">
              <a:lnSpc>
                <a:spcPct val="120000"/>
              </a:lnSpc>
              <a:spcBef>
                <a:spcPts val="500"/>
              </a:spcBef>
              <a:spcAft>
                <a:spcPts val="0"/>
              </a:spcAft>
              <a:buSzPts val="900"/>
              <a:buNone/>
              <a:defRPr sz="900"/>
            </a:lvl8pPr>
            <a:lvl9pPr marL="4114800" lvl="8" indent="-228600" algn="l">
              <a:lnSpc>
                <a:spcPct val="120000"/>
              </a:lnSpc>
              <a:spcBef>
                <a:spcPts val="500"/>
              </a:spcBef>
              <a:spcAft>
                <a:spcPts val="0"/>
              </a:spcAft>
              <a:buSzPts val="900"/>
              <a:buNone/>
              <a:defRPr sz="900"/>
            </a:lvl9pPr>
          </a:lstStyle>
          <a:p>
            <a:endParaRPr/>
          </a:p>
        </p:txBody>
      </p:sp>
      <p:sp>
        <p:nvSpPr>
          <p:cNvPr id="144" name="Google Shape;144;p29"/>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29"/>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29"/>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Twentieth Century"/>
              <a:buNone/>
              <a:defRPr/>
            </a:lvl1pPr>
            <a:lvl2pPr marL="0" lvl="1" indent="0" algn="r">
              <a:spcBef>
                <a:spcPts val="0"/>
              </a:spcBef>
              <a:spcAft>
                <a:spcPts val="0"/>
              </a:spcAft>
              <a:buClr>
                <a:schemeClr val="dk1"/>
              </a:buClr>
              <a:buSzPts val="1000"/>
              <a:buFont typeface="Twentieth Century"/>
              <a:buNone/>
              <a:defRPr/>
            </a:lvl2pPr>
            <a:lvl3pPr marL="0" lvl="2" indent="0" algn="r">
              <a:spcBef>
                <a:spcPts val="0"/>
              </a:spcBef>
              <a:spcAft>
                <a:spcPts val="0"/>
              </a:spcAft>
              <a:buClr>
                <a:schemeClr val="dk1"/>
              </a:buClr>
              <a:buSzPts val="1000"/>
              <a:buFont typeface="Twentieth Century"/>
              <a:buNone/>
              <a:defRPr/>
            </a:lvl3pPr>
            <a:lvl4pPr marL="0" lvl="3" indent="0" algn="r">
              <a:spcBef>
                <a:spcPts val="0"/>
              </a:spcBef>
              <a:spcAft>
                <a:spcPts val="0"/>
              </a:spcAft>
              <a:buClr>
                <a:schemeClr val="dk1"/>
              </a:buClr>
              <a:buSzPts val="1000"/>
              <a:buFont typeface="Twentieth Century"/>
              <a:buNone/>
              <a:defRPr/>
            </a:lvl4pPr>
            <a:lvl5pPr marL="0" lvl="4" indent="0" algn="r">
              <a:spcBef>
                <a:spcPts val="0"/>
              </a:spcBef>
              <a:spcAft>
                <a:spcPts val="0"/>
              </a:spcAft>
              <a:buClr>
                <a:schemeClr val="dk1"/>
              </a:buClr>
              <a:buSzPts val="1000"/>
              <a:buFont typeface="Twentieth Century"/>
              <a:buNone/>
              <a:defRPr/>
            </a:lvl5pPr>
            <a:lvl6pPr marL="0" lvl="5" indent="0" algn="r">
              <a:spcBef>
                <a:spcPts val="0"/>
              </a:spcBef>
              <a:spcAft>
                <a:spcPts val="0"/>
              </a:spcAft>
              <a:buClr>
                <a:schemeClr val="dk1"/>
              </a:buClr>
              <a:buSzPts val="1000"/>
              <a:buFont typeface="Twentieth Century"/>
              <a:buNone/>
              <a:defRPr/>
            </a:lvl6pPr>
            <a:lvl7pPr marL="0" lvl="6" indent="0" algn="r">
              <a:spcBef>
                <a:spcPts val="0"/>
              </a:spcBef>
              <a:spcAft>
                <a:spcPts val="0"/>
              </a:spcAft>
              <a:buClr>
                <a:schemeClr val="dk1"/>
              </a:buClr>
              <a:buSzPts val="1000"/>
              <a:buFont typeface="Twentieth Century"/>
              <a:buNone/>
              <a:defRPr/>
            </a:lvl7pPr>
            <a:lvl8pPr marL="0" lvl="7" indent="0" algn="r">
              <a:spcBef>
                <a:spcPts val="0"/>
              </a:spcBef>
              <a:spcAft>
                <a:spcPts val="0"/>
              </a:spcAft>
              <a:buClr>
                <a:schemeClr val="dk1"/>
              </a:buClr>
              <a:buSzPts val="1000"/>
              <a:buFont typeface="Twentieth Century"/>
              <a:buNone/>
              <a:defRPr/>
            </a:lvl8pPr>
            <a:lvl9pPr marL="0" lvl="8" indent="0" algn="r">
              <a:spcBef>
                <a:spcPts val="0"/>
              </a:spcBef>
              <a:spcAft>
                <a:spcPts val="0"/>
              </a:spcAft>
              <a:buClr>
                <a:schemeClr val="dk1"/>
              </a:buClr>
              <a:buSzPts val="1000"/>
              <a:buFont typeface="Twentieth Century"/>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7"/>
        <p:cNvGrpSpPr/>
        <p:nvPr/>
      </p:nvGrpSpPr>
      <p:grpSpPr>
        <a:xfrm>
          <a:off x="0" y="0"/>
          <a:ext cx="0" cy="0"/>
          <a:chOff x="0" y="0"/>
          <a:chExt cx="0" cy="0"/>
        </a:xfrm>
      </p:grpSpPr>
      <p:pic>
        <p:nvPicPr>
          <p:cNvPr id="148" name="Google Shape;148;p30"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49" name="Google Shape;149;p30"/>
          <p:cNvSpPr txBox="1">
            <a:spLocks noGrp="1"/>
          </p:cNvSpPr>
          <p:nvPr>
            <p:ph type="title"/>
          </p:nvPr>
        </p:nvSpPr>
        <p:spPr>
          <a:xfrm>
            <a:off x="913775" y="618517"/>
            <a:ext cx="10364451" cy="159617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0" name="Google Shape;150;p30"/>
          <p:cNvSpPr txBox="1">
            <a:spLocks noGrp="1"/>
          </p:cNvSpPr>
          <p:nvPr>
            <p:ph type="body" idx="1"/>
          </p:nvPr>
        </p:nvSpPr>
        <p:spPr>
          <a:xfrm rot="5400000">
            <a:off x="4383948" y="-1103080"/>
            <a:ext cx="3424107" cy="10364452"/>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151" name="Google Shape;151;p30"/>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30"/>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30"/>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Twentieth Century"/>
              <a:buNone/>
              <a:defRPr/>
            </a:lvl1pPr>
            <a:lvl2pPr marL="0" lvl="1" indent="0" algn="r">
              <a:spcBef>
                <a:spcPts val="0"/>
              </a:spcBef>
              <a:spcAft>
                <a:spcPts val="0"/>
              </a:spcAft>
              <a:buClr>
                <a:schemeClr val="dk1"/>
              </a:buClr>
              <a:buSzPts val="1000"/>
              <a:buFont typeface="Twentieth Century"/>
              <a:buNone/>
              <a:defRPr/>
            </a:lvl2pPr>
            <a:lvl3pPr marL="0" lvl="2" indent="0" algn="r">
              <a:spcBef>
                <a:spcPts val="0"/>
              </a:spcBef>
              <a:spcAft>
                <a:spcPts val="0"/>
              </a:spcAft>
              <a:buClr>
                <a:schemeClr val="dk1"/>
              </a:buClr>
              <a:buSzPts val="1000"/>
              <a:buFont typeface="Twentieth Century"/>
              <a:buNone/>
              <a:defRPr/>
            </a:lvl3pPr>
            <a:lvl4pPr marL="0" lvl="3" indent="0" algn="r">
              <a:spcBef>
                <a:spcPts val="0"/>
              </a:spcBef>
              <a:spcAft>
                <a:spcPts val="0"/>
              </a:spcAft>
              <a:buClr>
                <a:schemeClr val="dk1"/>
              </a:buClr>
              <a:buSzPts val="1000"/>
              <a:buFont typeface="Twentieth Century"/>
              <a:buNone/>
              <a:defRPr/>
            </a:lvl4pPr>
            <a:lvl5pPr marL="0" lvl="4" indent="0" algn="r">
              <a:spcBef>
                <a:spcPts val="0"/>
              </a:spcBef>
              <a:spcAft>
                <a:spcPts val="0"/>
              </a:spcAft>
              <a:buClr>
                <a:schemeClr val="dk1"/>
              </a:buClr>
              <a:buSzPts val="1000"/>
              <a:buFont typeface="Twentieth Century"/>
              <a:buNone/>
              <a:defRPr/>
            </a:lvl5pPr>
            <a:lvl6pPr marL="0" lvl="5" indent="0" algn="r">
              <a:spcBef>
                <a:spcPts val="0"/>
              </a:spcBef>
              <a:spcAft>
                <a:spcPts val="0"/>
              </a:spcAft>
              <a:buClr>
                <a:schemeClr val="dk1"/>
              </a:buClr>
              <a:buSzPts val="1000"/>
              <a:buFont typeface="Twentieth Century"/>
              <a:buNone/>
              <a:defRPr/>
            </a:lvl6pPr>
            <a:lvl7pPr marL="0" lvl="6" indent="0" algn="r">
              <a:spcBef>
                <a:spcPts val="0"/>
              </a:spcBef>
              <a:spcAft>
                <a:spcPts val="0"/>
              </a:spcAft>
              <a:buClr>
                <a:schemeClr val="dk1"/>
              </a:buClr>
              <a:buSzPts val="1000"/>
              <a:buFont typeface="Twentieth Century"/>
              <a:buNone/>
              <a:defRPr/>
            </a:lvl7pPr>
            <a:lvl8pPr marL="0" lvl="7" indent="0" algn="r">
              <a:spcBef>
                <a:spcPts val="0"/>
              </a:spcBef>
              <a:spcAft>
                <a:spcPts val="0"/>
              </a:spcAft>
              <a:buClr>
                <a:schemeClr val="dk1"/>
              </a:buClr>
              <a:buSzPts val="1000"/>
              <a:buFont typeface="Twentieth Century"/>
              <a:buNone/>
              <a:defRPr/>
            </a:lvl8pPr>
            <a:lvl9pPr marL="0" lvl="8" indent="0" algn="r">
              <a:spcBef>
                <a:spcPts val="0"/>
              </a:spcBef>
              <a:spcAft>
                <a:spcPts val="0"/>
              </a:spcAft>
              <a:buClr>
                <a:schemeClr val="dk1"/>
              </a:buClr>
              <a:buSzPts val="1000"/>
              <a:buFont typeface="Twentieth Century"/>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4"/>
        <p:cNvGrpSpPr/>
        <p:nvPr/>
      </p:nvGrpSpPr>
      <p:grpSpPr>
        <a:xfrm>
          <a:off x="0" y="0"/>
          <a:ext cx="0" cy="0"/>
          <a:chOff x="0" y="0"/>
          <a:chExt cx="0" cy="0"/>
        </a:xfrm>
      </p:grpSpPr>
      <p:pic>
        <p:nvPicPr>
          <p:cNvPr id="155" name="Google Shape;155;p31"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56" name="Google Shape;156;p31"/>
          <p:cNvSpPr txBox="1">
            <a:spLocks noGrp="1"/>
          </p:cNvSpPr>
          <p:nvPr>
            <p:ph type="title"/>
          </p:nvPr>
        </p:nvSpPr>
        <p:spPr>
          <a:xfrm rot="5400000">
            <a:off x="7410763" y="1923738"/>
            <a:ext cx="5181599" cy="25533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600"/>
              <a:buFont typeface="Twentieth Centur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7" name="Google Shape;157;p31"/>
          <p:cNvSpPr txBox="1">
            <a:spLocks noGrp="1"/>
          </p:cNvSpPr>
          <p:nvPr>
            <p:ph type="body" idx="1"/>
          </p:nvPr>
        </p:nvSpPr>
        <p:spPr>
          <a:xfrm rot="5400000">
            <a:off x="2152338" y="-628962"/>
            <a:ext cx="5181599" cy="7658724"/>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158" name="Google Shape;158;p31"/>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31"/>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31"/>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Twentieth Century"/>
              <a:buNone/>
              <a:defRPr/>
            </a:lvl1pPr>
            <a:lvl2pPr marL="0" lvl="1" indent="0" algn="r">
              <a:spcBef>
                <a:spcPts val="0"/>
              </a:spcBef>
              <a:spcAft>
                <a:spcPts val="0"/>
              </a:spcAft>
              <a:buClr>
                <a:schemeClr val="dk1"/>
              </a:buClr>
              <a:buSzPts val="1000"/>
              <a:buFont typeface="Twentieth Century"/>
              <a:buNone/>
              <a:defRPr/>
            </a:lvl2pPr>
            <a:lvl3pPr marL="0" lvl="2" indent="0" algn="r">
              <a:spcBef>
                <a:spcPts val="0"/>
              </a:spcBef>
              <a:spcAft>
                <a:spcPts val="0"/>
              </a:spcAft>
              <a:buClr>
                <a:schemeClr val="dk1"/>
              </a:buClr>
              <a:buSzPts val="1000"/>
              <a:buFont typeface="Twentieth Century"/>
              <a:buNone/>
              <a:defRPr/>
            </a:lvl3pPr>
            <a:lvl4pPr marL="0" lvl="3" indent="0" algn="r">
              <a:spcBef>
                <a:spcPts val="0"/>
              </a:spcBef>
              <a:spcAft>
                <a:spcPts val="0"/>
              </a:spcAft>
              <a:buClr>
                <a:schemeClr val="dk1"/>
              </a:buClr>
              <a:buSzPts val="1000"/>
              <a:buFont typeface="Twentieth Century"/>
              <a:buNone/>
              <a:defRPr/>
            </a:lvl4pPr>
            <a:lvl5pPr marL="0" lvl="4" indent="0" algn="r">
              <a:spcBef>
                <a:spcPts val="0"/>
              </a:spcBef>
              <a:spcAft>
                <a:spcPts val="0"/>
              </a:spcAft>
              <a:buClr>
                <a:schemeClr val="dk1"/>
              </a:buClr>
              <a:buSzPts val="1000"/>
              <a:buFont typeface="Twentieth Century"/>
              <a:buNone/>
              <a:defRPr/>
            </a:lvl5pPr>
            <a:lvl6pPr marL="0" lvl="5" indent="0" algn="r">
              <a:spcBef>
                <a:spcPts val="0"/>
              </a:spcBef>
              <a:spcAft>
                <a:spcPts val="0"/>
              </a:spcAft>
              <a:buClr>
                <a:schemeClr val="dk1"/>
              </a:buClr>
              <a:buSzPts val="1000"/>
              <a:buFont typeface="Twentieth Century"/>
              <a:buNone/>
              <a:defRPr/>
            </a:lvl6pPr>
            <a:lvl7pPr marL="0" lvl="6" indent="0" algn="r">
              <a:spcBef>
                <a:spcPts val="0"/>
              </a:spcBef>
              <a:spcAft>
                <a:spcPts val="0"/>
              </a:spcAft>
              <a:buClr>
                <a:schemeClr val="dk1"/>
              </a:buClr>
              <a:buSzPts val="1000"/>
              <a:buFont typeface="Twentieth Century"/>
              <a:buNone/>
              <a:defRPr/>
            </a:lvl7pPr>
            <a:lvl8pPr marL="0" lvl="7" indent="0" algn="r">
              <a:spcBef>
                <a:spcPts val="0"/>
              </a:spcBef>
              <a:spcAft>
                <a:spcPts val="0"/>
              </a:spcAft>
              <a:buClr>
                <a:schemeClr val="dk1"/>
              </a:buClr>
              <a:buSzPts val="1000"/>
              <a:buFont typeface="Twentieth Century"/>
              <a:buNone/>
              <a:defRPr/>
            </a:lvl8pPr>
            <a:lvl9pPr marL="0" lvl="8" indent="0" algn="r">
              <a:spcBef>
                <a:spcPts val="0"/>
              </a:spcBef>
              <a:spcAft>
                <a:spcPts val="0"/>
              </a:spcAft>
              <a:buClr>
                <a:schemeClr val="dk1"/>
              </a:buClr>
              <a:buSzPts val="1000"/>
              <a:buFont typeface="Twentieth Century"/>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100000">
              <a:srgbClr val="B7B7B7"/>
            </a:gs>
          </a:gsLst>
          <a:lin ang="5400000" scaled="0"/>
        </a:gradFill>
        <a:effectLst/>
      </p:bgPr>
    </p:bg>
    <p:spTree>
      <p:nvGrpSpPr>
        <p:cNvPr id="1" name="Shape 5"/>
        <p:cNvGrpSpPr/>
        <p:nvPr/>
      </p:nvGrpSpPr>
      <p:grpSpPr>
        <a:xfrm>
          <a:off x="0" y="0"/>
          <a:ext cx="0" cy="0"/>
          <a:chOff x="0" y="0"/>
          <a:chExt cx="0" cy="0"/>
        </a:xfrm>
      </p:grpSpPr>
      <p:pic>
        <p:nvPicPr>
          <p:cNvPr id="6" name="Google Shape;6;p12" descr="\\DROBO-FS\QuickDrops\JB\PPTX NG\Droplets\LightingOverlay.png"/>
          <p:cNvPicPr preferRelativeResize="0"/>
          <p:nvPr/>
        </p:nvPicPr>
        <p:blipFill rotWithShape="1">
          <a:blip r:embed="rId21">
            <a:alphaModFix/>
          </a:blip>
          <a:srcRect/>
          <a:stretch/>
        </p:blipFill>
        <p:spPr>
          <a:xfrm>
            <a:off x="0" y="-1"/>
            <a:ext cx="12192003" cy="6858001"/>
          </a:xfrm>
          <a:prstGeom prst="rect">
            <a:avLst/>
          </a:prstGeom>
          <a:noFill/>
          <a:ln>
            <a:noFill/>
          </a:ln>
        </p:spPr>
      </p:pic>
      <p:sp>
        <p:nvSpPr>
          <p:cNvPr id="7" name="Google Shape;7;p12"/>
          <p:cNvSpPr txBox="1">
            <a:spLocks noGrp="1"/>
          </p:cNvSpPr>
          <p:nvPr>
            <p:ph type="title"/>
          </p:nvPr>
        </p:nvSpPr>
        <p:spPr>
          <a:xfrm>
            <a:off x="913775" y="618517"/>
            <a:ext cx="10364451" cy="1596177"/>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0"/>
              </a:spcBef>
              <a:spcAft>
                <a:spcPts val="0"/>
              </a:spcAft>
              <a:buClr>
                <a:schemeClr val="dk1"/>
              </a:buClr>
              <a:buSzPts val="3600"/>
              <a:buFont typeface="Twentieth Century"/>
              <a:buNone/>
              <a:defRPr sz="3600" b="0" i="0" u="none" strike="noStrike" cap="none">
                <a:solidFill>
                  <a:schemeClr val="dk1"/>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2"/>
          <p:cNvSpPr txBox="1">
            <a:spLocks noGrp="1"/>
          </p:cNvSpPr>
          <p:nvPr>
            <p:ph type="body" idx="1"/>
          </p:nvPr>
        </p:nvSpPr>
        <p:spPr>
          <a:xfrm>
            <a:off x="913775" y="2367093"/>
            <a:ext cx="10364452" cy="3424107"/>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20000"/>
              </a:lnSpc>
              <a:spcBef>
                <a:spcPts val="1000"/>
              </a:spcBef>
              <a:spcAft>
                <a:spcPts val="0"/>
              </a:spcAft>
              <a:buClr>
                <a:schemeClr val="dk1"/>
              </a:buClr>
              <a:buSzPts val="2000"/>
              <a:buFont typeface="Arial"/>
              <a:buChar char="•"/>
              <a:defRPr sz="2000" b="0" i="0" u="none" strike="noStrike" cap="none">
                <a:solidFill>
                  <a:schemeClr val="dk1"/>
                </a:solidFill>
                <a:latin typeface="Twentieth Century"/>
                <a:ea typeface="Twentieth Century"/>
                <a:cs typeface="Twentieth Century"/>
                <a:sym typeface="Twentieth Century"/>
              </a:defRPr>
            </a:lvl1pPr>
            <a:lvl2pPr marL="914400" marR="0" lvl="1" indent="-342900" algn="l" rtl="0">
              <a:lnSpc>
                <a:spcPct val="12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2pPr>
            <a:lvl3pPr marL="1371600" marR="0" lvl="2" indent="-330200" algn="l" rtl="0">
              <a:lnSpc>
                <a:spcPct val="120000"/>
              </a:lnSpc>
              <a:spcBef>
                <a:spcPts val="500"/>
              </a:spcBef>
              <a:spcAft>
                <a:spcPts val="0"/>
              </a:spcAft>
              <a:buClr>
                <a:schemeClr val="dk1"/>
              </a:buClr>
              <a:buSzPts val="1600"/>
              <a:buFont typeface="Arial"/>
              <a:buChar char="•"/>
              <a:defRPr sz="1600" b="0" i="0" u="none" strike="noStrike" cap="none">
                <a:solidFill>
                  <a:schemeClr val="dk1"/>
                </a:solidFill>
                <a:latin typeface="Twentieth Century"/>
                <a:ea typeface="Twentieth Century"/>
                <a:cs typeface="Twentieth Century"/>
                <a:sym typeface="Twentieth Century"/>
              </a:defRPr>
            </a:lvl3pPr>
            <a:lvl4pPr marL="1828800" marR="0" lvl="3" indent="-317500" algn="l" rtl="0">
              <a:lnSpc>
                <a:spcPct val="120000"/>
              </a:lnSpc>
              <a:spcBef>
                <a:spcPts val="500"/>
              </a:spcBef>
              <a:spcAft>
                <a:spcPts val="0"/>
              </a:spcAft>
              <a:buClr>
                <a:schemeClr val="dk1"/>
              </a:buClr>
              <a:buSzPts val="1400"/>
              <a:buFont typeface="Arial"/>
              <a:buChar char="•"/>
              <a:defRPr sz="1400" b="0" i="0" u="none" strike="noStrike" cap="none">
                <a:solidFill>
                  <a:schemeClr val="dk1"/>
                </a:solidFill>
                <a:latin typeface="Twentieth Century"/>
                <a:ea typeface="Twentieth Century"/>
                <a:cs typeface="Twentieth Century"/>
                <a:sym typeface="Twentieth Century"/>
              </a:defRPr>
            </a:lvl4pPr>
            <a:lvl5pPr marL="2286000" marR="0" lvl="4" indent="-317500" algn="l" rtl="0">
              <a:lnSpc>
                <a:spcPct val="120000"/>
              </a:lnSpc>
              <a:spcBef>
                <a:spcPts val="500"/>
              </a:spcBef>
              <a:spcAft>
                <a:spcPts val="0"/>
              </a:spcAft>
              <a:buClr>
                <a:schemeClr val="dk1"/>
              </a:buClr>
              <a:buSzPts val="1400"/>
              <a:buFont typeface="Arial"/>
              <a:buChar char="•"/>
              <a:defRPr sz="1400" b="0" i="0" u="none" strike="noStrike" cap="none">
                <a:solidFill>
                  <a:schemeClr val="dk1"/>
                </a:solidFill>
                <a:latin typeface="Twentieth Century"/>
                <a:ea typeface="Twentieth Century"/>
                <a:cs typeface="Twentieth Century"/>
                <a:sym typeface="Twentieth Century"/>
              </a:defRPr>
            </a:lvl5pPr>
            <a:lvl6pPr marL="2743200" marR="0" lvl="5" indent="-317500" algn="l" rtl="0">
              <a:lnSpc>
                <a:spcPct val="120000"/>
              </a:lnSpc>
              <a:spcBef>
                <a:spcPts val="500"/>
              </a:spcBef>
              <a:spcAft>
                <a:spcPts val="0"/>
              </a:spcAft>
              <a:buClr>
                <a:schemeClr val="dk1"/>
              </a:buClr>
              <a:buSzPts val="1400"/>
              <a:buFont typeface="Arial"/>
              <a:buChar char="•"/>
              <a:defRPr sz="1400" b="0" i="0" u="none" strike="noStrike" cap="none">
                <a:solidFill>
                  <a:schemeClr val="dk1"/>
                </a:solidFill>
                <a:latin typeface="Twentieth Century"/>
                <a:ea typeface="Twentieth Century"/>
                <a:cs typeface="Twentieth Century"/>
                <a:sym typeface="Twentieth Century"/>
              </a:defRPr>
            </a:lvl6pPr>
            <a:lvl7pPr marL="3200400" marR="0" lvl="6" indent="-317500" algn="l" rtl="0">
              <a:lnSpc>
                <a:spcPct val="120000"/>
              </a:lnSpc>
              <a:spcBef>
                <a:spcPts val="500"/>
              </a:spcBef>
              <a:spcAft>
                <a:spcPts val="0"/>
              </a:spcAft>
              <a:buClr>
                <a:schemeClr val="dk1"/>
              </a:buClr>
              <a:buSzPts val="1400"/>
              <a:buFont typeface="Arial"/>
              <a:buChar char="•"/>
              <a:defRPr sz="1400" b="0" i="0" u="none" strike="noStrike" cap="none">
                <a:solidFill>
                  <a:schemeClr val="dk1"/>
                </a:solidFill>
                <a:latin typeface="Twentieth Century"/>
                <a:ea typeface="Twentieth Century"/>
                <a:cs typeface="Twentieth Century"/>
                <a:sym typeface="Twentieth Century"/>
              </a:defRPr>
            </a:lvl7pPr>
            <a:lvl8pPr marL="3657600" marR="0" lvl="7" indent="-317500" algn="l" rtl="0">
              <a:lnSpc>
                <a:spcPct val="120000"/>
              </a:lnSpc>
              <a:spcBef>
                <a:spcPts val="500"/>
              </a:spcBef>
              <a:spcAft>
                <a:spcPts val="0"/>
              </a:spcAft>
              <a:buClr>
                <a:schemeClr val="dk1"/>
              </a:buClr>
              <a:buSzPts val="1400"/>
              <a:buFont typeface="Arial"/>
              <a:buChar char="•"/>
              <a:defRPr sz="1400" b="0" i="0" u="none" strike="noStrike" cap="none">
                <a:solidFill>
                  <a:schemeClr val="dk1"/>
                </a:solidFill>
                <a:latin typeface="Twentieth Century"/>
                <a:ea typeface="Twentieth Century"/>
                <a:cs typeface="Twentieth Century"/>
                <a:sym typeface="Twentieth Century"/>
              </a:defRPr>
            </a:lvl8pPr>
            <a:lvl9pPr marL="4114800" marR="0" lvl="8" indent="-317500" algn="l" rtl="0">
              <a:lnSpc>
                <a:spcPct val="120000"/>
              </a:lnSpc>
              <a:spcBef>
                <a:spcPts val="500"/>
              </a:spcBef>
              <a:spcAft>
                <a:spcPts val="0"/>
              </a:spcAft>
              <a:buClr>
                <a:schemeClr val="dk1"/>
              </a:buClr>
              <a:buSzPts val="1400"/>
              <a:buFont typeface="Arial"/>
              <a:buChar char="•"/>
              <a:defRPr sz="14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9" name="Google Shape;9;p12"/>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dk1"/>
                </a:solidFill>
                <a:latin typeface="Twentieth Century"/>
                <a:ea typeface="Twentieth Century"/>
                <a:cs typeface="Twentieth Century"/>
                <a:sym typeface="Twentieth Century"/>
              </a:defRPr>
            </a:lvl1pPr>
            <a:lvl2pPr marR="0" lvl="1"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2pPr>
            <a:lvl3pPr marR="0" lvl="2"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3pPr>
            <a:lvl4pPr marR="0" lvl="3"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4pPr>
            <a:lvl5pPr marR="0" lvl="4"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5pPr>
            <a:lvl6pPr marR="0" lvl="5"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6pPr>
            <a:lvl7pPr marR="0" lvl="6"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7pPr>
            <a:lvl8pPr marR="0" lvl="7"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8pPr>
            <a:lvl9pPr marR="0" lvl="8"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0" name="Google Shape;10;p12"/>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dk1"/>
                </a:solidFill>
                <a:latin typeface="Twentieth Century"/>
                <a:ea typeface="Twentieth Century"/>
                <a:cs typeface="Twentieth Century"/>
                <a:sym typeface="Twentieth Century"/>
              </a:defRPr>
            </a:lvl1pPr>
            <a:lvl2pPr marR="0" lvl="1"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2pPr>
            <a:lvl3pPr marR="0" lvl="2"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3pPr>
            <a:lvl4pPr marR="0" lvl="3"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4pPr>
            <a:lvl5pPr marR="0" lvl="4"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5pPr>
            <a:lvl6pPr marR="0" lvl="5"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6pPr>
            <a:lvl7pPr marR="0" lvl="6"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7pPr>
            <a:lvl8pPr marR="0" lvl="7"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8pPr>
            <a:lvl9pPr marR="0" lvl="8"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1" name="Google Shape;11;p12"/>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Clr>
                <a:schemeClr val="dk1"/>
              </a:buClr>
              <a:buSzPts val="1000"/>
              <a:buFont typeface="Twentieth Century"/>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rtl="0">
              <a:spcBef>
                <a:spcPts val="0"/>
              </a:spcBef>
              <a:spcAft>
                <a:spcPts val="0"/>
              </a:spcAft>
              <a:buClr>
                <a:schemeClr val="dk1"/>
              </a:buClr>
              <a:buSzPts val="1000"/>
              <a:buFont typeface="Twentieth Century"/>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rtl="0">
              <a:spcBef>
                <a:spcPts val="0"/>
              </a:spcBef>
              <a:spcAft>
                <a:spcPts val="0"/>
              </a:spcAft>
              <a:buClr>
                <a:schemeClr val="dk1"/>
              </a:buClr>
              <a:buSzPts val="1000"/>
              <a:buFont typeface="Twentieth Century"/>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rtl="0">
              <a:spcBef>
                <a:spcPts val="0"/>
              </a:spcBef>
              <a:spcAft>
                <a:spcPts val="0"/>
              </a:spcAft>
              <a:buClr>
                <a:schemeClr val="dk1"/>
              </a:buClr>
              <a:buSzPts val="1000"/>
              <a:buFont typeface="Twentieth Century"/>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rtl="0">
              <a:spcBef>
                <a:spcPts val="0"/>
              </a:spcBef>
              <a:spcAft>
                <a:spcPts val="0"/>
              </a:spcAft>
              <a:buClr>
                <a:schemeClr val="dk1"/>
              </a:buClr>
              <a:buSzPts val="1000"/>
              <a:buFont typeface="Twentieth Century"/>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rtl="0">
              <a:spcBef>
                <a:spcPts val="0"/>
              </a:spcBef>
              <a:spcAft>
                <a:spcPts val="0"/>
              </a:spcAft>
              <a:buClr>
                <a:schemeClr val="dk1"/>
              </a:buClr>
              <a:buSzPts val="1000"/>
              <a:buFont typeface="Twentieth Century"/>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rtl="0">
              <a:spcBef>
                <a:spcPts val="0"/>
              </a:spcBef>
              <a:spcAft>
                <a:spcPts val="0"/>
              </a:spcAft>
              <a:buClr>
                <a:schemeClr val="dk1"/>
              </a:buClr>
              <a:buSzPts val="1000"/>
              <a:buFont typeface="Twentieth Century"/>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rtl="0">
              <a:spcBef>
                <a:spcPts val="0"/>
              </a:spcBef>
              <a:spcAft>
                <a:spcPts val="0"/>
              </a:spcAft>
              <a:buClr>
                <a:schemeClr val="dk1"/>
              </a:buClr>
              <a:buSzPts val="1000"/>
              <a:buFont typeface="Twentieth Century"/>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rtl="0">
              <a:spcBef>
                <a:spcPts val="0"/>
              </a:spcBef>
              <a:spcAft>
                <a:spcPts val="0"/>
              </a:spcAft>
              <a:buClr>
                <a:schemeClr val="dk1"/>
              </a:buClr>
              <a:buSzPts val="1000"/>
              <a:buFont typeface="Twentieth Century"/>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jp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14141"/>
        </a:solidFill>
        <a:effectLst/>
      </p:bgPr>
    </p:bg>
    <p:spTree>
      <p:nvGrpSpPr>
        <p:cNvPr id="1" name="Shape 164"/>
        <p:cNvGrpSpPr/>
        <p:nvPr/>
      </p:nvGrpSpPr>
      <p:grpSpPr>
        <a:xfrm>
          <a:off x="0" y="0"/>
          <a:ext cx="0" cy="0"/>
          <a:chOff x="0" y="0"/>
          <a:chExt cx="0" cy="0"/>
        </a:xfrm>
      </p:grpSpPr>
      <p:pic>
        <p:nvPicPr>
          <p:cNvPr id="165" name="Google Shape;165;p1"/>
          <p:cNvPicPr preferRelativeResize="0"/>
          <p:nvPr/>
        </p:nvPicPr>
        <p:blipFill rotWithShape="1">
          <a:blip r:embed="rId3">
            <a:alphaModFix/>
          </a:blip>
          <a:srcRect/>
          <a:stretch/>
        </p:blipFill>
        <p:spPr>
          <a:xfrm>
            <a:off x="0" y="9525"/>
            <a:ext cx="12192000" cy="6858000"/>
          </a:xfrm>
          <a:prstGeom prst="rect">
            <a:avLst/>
          </a:prstGeom>
          <a:noFill/>
          <a:ln>
            <a:noFill/>
          </a:ln>
        </p:spPr>
      </p:pic>
      <p:sp>
        <p:nvSpPr>
          <p:cNvPr id="166" name="Google Shape;166;p1"/>
          <p:cNvSpPr txBox="1">
            <a:spLocks noGrp="1"/>
          </p:cNvSpPr>
          <p:nvPr>
            <p:ph type="title"/>
          </p:nvPr>
        </p:nvSpPr>
        <p:spPr>
          <a:xfrm>
            <a:off x="6994129" y="5456003"/>
            <a:ext cx="5067000" cy="877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1900">
                <a:solidFill>
                  <a:schemeClr val="dk1"/>
                </a:solidFill>
                <a:latin typeface="Century Schoolbook"/>
                <a:ea typeface="Century Schoolbook"/>
                <a:cs typeface="Century Schoolbook"/>
                <a:sym typeface="Century Schoolbook"/>
              </a:rPr>
              <a:t>TEAM NAME :  HACKETTES</a:t>
            </a:r>
            <a:endParaRPr sz="1900">
              <a:solidFill>
                <a:schemeClr val="dk1"/>
              </a:solidFill>
              <a:latin typeface="Century Schoolbook"/>
              <a:ea typeface="Century Schoolbook"/>
              <a:cs typeface="Century Schoolbook"/>
              <a:sym typeface="Century Schoolbook"/>
            </a:endParaRPr>
          </a:p>
          <a:p>
            <a:pPr marL="0" lvl="0" indent="0" algn="l" rtl="0">
              <a:lnSpc>
                <a:spcPct val="90000"/>
              </a:lnSpc>
              <a:spcBef>
                <a:spcPts val="0"/>
              </a:spcBef>
              <a:spcAft>
                <a:spcPts val="0"/>
              </a:spcAft>
              <a:buClr>
                <a:schemeClr val="dk1"/>
              </a:buClr>
              <a:buSzPts val="4400"/>
              <a:buFont typeface="Calibri"/>
              <a:buNone/>
            </a:pPr>
            <a:endParaRPr sz="1900">
              <a:solidFill>
                <a:schemeClr val="dk1"/>
              </a:solidFill>
              <a:latin typeface="Century Schoolbook"/>
              <a:ea typeface="Century Schoolbook"/>
              <a:cs typeface="Century Schoolbook"/>
              <a:sym typeface="Century Schoolbook"/>
            </a:endParaRPr>
          </a:p>
          <a:p>
            <a:pPr marL="0" lvl="0" indent="0" algn="l" rtl="0">
              <a:lnSpc>
                <a:spcPct val="90000"/>
              </a:lnSpc>
              <a:spcBef>
                <a:spcPts val="0"/>
              </a:spcBef>
              <a:spcAft>
                <a:spcPts val="0"/>
              </a:spcAft>
              <a:buClr>
                <a:schemeClr val="dk1"/>
              </a:buClr>
              <a:buSzPts val="4400"/>
              <a:buFont typeface="Calibri"/>
              <a:buNone/>
            </a:pPr>
            <a:r>
              <a:rPr lang="en-US" sz="1900">
                <a:solidFill>
                  <a:schemeClr val="dk1"/>
                </a:solidFill>
                <a:latin typeface="Century Schoolbook"/>
                <a:ea typeface="Century Schoolbook"/>
                <a:cs typeface="Century Schoolbook"/>
                <a:sym typeface="Century Schoolbook"/>
              </a:rPr>
              <a:t>TEAM DETAILS: YUVIKA MISHRA</a:t>
            </a:r>
            <a:br>
              <a:rPr lang="en-US" sz="1900">
                <a:solidFill>
                  <a:schemeClr val="dk1"/>
                </a:solidFill>
                <a:latin typeface="Century Schoolbook"/>
                <a:ea typeface="Century Schoolbook"/>
                <a:cs typeface="Century Schoolbook"/>
                <a:sym typeface="Century Schoolbook"/>
              </a:rPr>
            </a:br>
            <a:r>
              <a:rPr lang="en-US" sz="1900">
                <a:solidFill>
                  <a:schemeClr val="dk1"/>
                </a:solidFill>
                <a:latin typeface="Century Schoolbook"/>
                <a:ea typeface="Century Schoolbook"/>
                <a:cs typeface="Century Schoolbook"/>
                <a:sym typeface="Century Schoolbook"/>
              </a:rPr>
              <a:t>                               SADIYA FAIZAN</a:t>
            </a:r>
            <a:endParaRPr sz="19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170"/>
        <p:cNvGrpSpPr/>
        <p:nvPr/>
      </p:nvGrpSpPr>
      <p:grpSpPr>
        <a:xfrm>
          <a:off x="0" y="0"/>
          <a:ext cx="0" cy="0"/>
          <a:chOff x="0" y="0"/>
          <a:chExt cx="0" cy="0"/>
        </a:xfrm>
      </p:grpSpPr>
      <p:sp>
        <p:nvSpPr>
          <p:cNvPr id="171" name="Google Shape;171;p5"/>
          <p:cNvSpPr txBox="1">
            <a:spLocks noGrp="1"/>
          </p:cNvSpPr>
          <p:nvPr>
            <p:ph type="title"/>
          </p:nvPr>
        </p:nvSpPr>
        <p:spPr>
          <a:xfrm>
            <a:off x="838200" y="365126"/>
            <a:ext cx="10515600" cy="59281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Century Schoolbook"/>
              <a:buNone/>
            </a:pPr>
            <a:r>
              <a:rPr lang="en-US">
                <a:latin typeface="Century Schoolbook"/>
                <a:ea typeface="Century Schoolbook"/>
                <a:cs typeface="Century Schoolbook"/>
                <a:sym typeface="Century Schoolbook"/>
              </a:rPr>
              <a:t>PROBLEM STATEMENT</a:t>
            </a:r>
            <a:endParaRPr/>
          </a:p>
        </p:txBody>
      </p:sp>
      <p:sp>
        <p:nvSpPr>
          <p:cNvPr id="172" name="Google Shape;172;p5"/>
          <p:cNvSpPr txBox="1">
            <a:spLocks noGrp="1"/>
          </p:cNvSpPr>
          <p:nvPr>
            <p:ph type="body" idx="2"/>
          </p:nvPr>
        </p:nvSpPr>
        <p:spPr>
          <a:xfrm>
            <a:off x="6183084" y="1205199"/>
            <a:ext cx="5660573" cy="5487730"/>
          </a:xfrm>
          <a:prstGeom prst="rect">
            <a:avLst/>
          </a:prstGeom>
          <a:noFill/>
          <a:ln>
            <a:noFill/>
          </a:ln>
        </p:spPr>
        <p:txBody>
          <a:bodyPr spcFirstLastPara="1" wrap="square" lIns="91425" tIns="45700" rIns="91425" bIns="45700" anchor="t" anchorCtr="0">
            <a:normAutofit/>
          </a:bodyPr>
          <a:lstStyle/>
          <a:p>
            <a:pPr marL="0" lvl="0" indent="0" algn="just" rtl="0">
              <a:lnSpc>
                <a:spcPct val="120000"/>
              </a:lnSpc>
              <a:spcBef>
                <a:spcPts val="0"/>
              </a:spcBef>
              <a:spcAft>
                <a:spcPts val="0"/>
              </a:spcAft>
              <a:buSzPts val="1600"/>
              <a:buNone/>
            </a:pPr>
            <a:r>
              <a:rPr lang="en-US" sz="1600" cap="none" dirty="0">
                <a:latin typeface="Candara"/>
                <a:ea typeface="Candara"/>
                <a:cs typeface="Candara"/>
                <a:sym typeface="Candara"/>
              </a:rPr>
              <a:t>Gen Z Craves </a:t>
            </a:r>
            <a:r>
              <a:rPr lang="en-US" sz="1600" i="1" cap="none" dirty="0">
                <a:latin typeface="Century Schoolbook"/>
                <a:ea typeface="Century Schoolbook"/>
                <a:cs typeface="Century Schoolbook"/>
                <a:sym typeface="Century Schoolbook"/>
              </a:rPr>
              <a:t>unique</a:t>
            </a:r>
            <a:r>
              <a:rPr lang="en-US" sz="1600" cap="none" dirty="0">
                <a:latin typeface="Candara"/>
                <a:ea typeface="Candara"/>
                <a:cs typeface="Candara"/>
                <a:sym typeface="Candara"/>
              </a:rPr>
              <a:t>, </a:t>
            </a:r>
            <a:r>
              <a:rPr lang="en-US" sz="1600" i="1" cap="none" dirty="0">
                <a:latin typeface="Century Schoolbook"/>
                <a:ea typeface="Century Schoolbook"/>
                <a:cs typeface="Century Schoolbook"/>
                <a:sym typeface="Century Schoolbook"/>
              </a:rPr>
              <a:t>sustainable </a:t>
            </a:r>
            <a:r>
              <a:rPr lang="en-US" sz="1600" cap="none" dirty="0">
                <a:latin typeface="Candara"/>
                <a:ea typeface="Candara"/>
                <a:cs typeface="Candara"/>
                <a:sym typeface="Candara"/>
              </a:rPr>
              <a:t>fashion experiences, requiring a revolutionary platform with cutting-edge tech and innovative engagement for </a:t>
            </a:r>
            <a:r>
              <a:rPr lang="en-US" sz="1600" i="1" cap="none" dirty="0">
                <a:latin typeface="Century Schoolbook"/>
                <a:ea typeface="Century Schoolbook"/>
                <a:cs typeface="Century Schoolbook"/>
                <a:sym typeface="Century Schoolbook"/>
              </a:rPr>
              <a:t>social connectivity</a:t>
            </a:r>
            <a:r>
              <a:rPr lang="en-US" sz="1600" cap="none" dirty="0">
                <a:latin typeface="Candara"/>
                <a:ea typeface="Candara"/>
                <a:cs typeface="Candara"/>
                <a:sym typeface="Candara"/>
              </a:rPr>
              <a:t>.</a:t>
            </a:r>
            <a:endParaRPr dirty="0"/>
          </a:p>
          <a:p>
            <a:pPr marL="228600" lvl="0" indent="-228600" algn="just" rtl="0">
              <a:lnSpc>
                <a:spcPct val="100000"/>
              </a:lnSpc>
              <a:spcBef>
                <a:spcPts val="1000"/>
              </a:spcBef>
              <a:spcAft>
                <a:spcPts val="0"/>
              </a:spcAft>
              <a:buSzPts val="1600"/>
              <a:buChar char="•"/>
            </a:pPr>
            <a:r>
              <a:rPr lang="en-US" sz="1600" cap="none" dirty="0">
                <a:latin typeface="Candara"/>
                <a:ea typeface="Candara"/>
                <a:cs typeface="Candara"/>
                <a:sym typeface="Candara"/>
              </a:rPr>
              <a:t>Develop an interactive platform tailored for fast fashion enthusiasts, positioning Myntra as the top destination for trend-savvy shoppers.</a:t>
            </a:r>
            <a:endParaRPr dirty="0"/>
          </a:p>
          <a:p>
            <a:pPr marL="228600" lvl="0" indent="-228600" algn="just" rtl="0">
              <a:lnSpc>
                <a:spcPct val="120000"/>
              </a:lnSpc>
              <a:spcBef>
                <a:spcPts val="1000"/>
              </a:spcBef>
              <a:spcAft>
                <a:spcPts val="0"/>
              </a:spcAft>
              <a:buSzPts val="1600"/>
              <a:buChar char="•"/>
            </a:pPr>
            <a:r>
              <a:rPr lang="en-US" sz="1600" cap="none" dirty="0">
                <a:latin typeface="Candara"/>
                <a:ea typeface="Candara"/>
                <a:cs typeface="Candara"/>
                <a:sym typeface="Candara"/>
              </a:rPr>
              <a:t>Create engagement constructs to connect with younger audiences, fostering a sense of community and virality with fashion-focused content.</a:t>
            </a:r>
            <a:endParaRPr dirty="0"/>
          </a:p>
          <a:p>
            <a:pPr marL="228600" lvl="0" indent="-228600" algn="just" rtl="0">
              <a:lnSpc>
                <a:spcPct val="120000"/>
              </a:lnSpc>
              <a:spcBef>
                <a:spcPts val="1000"/>
              </a:spcBef>
              <a:spcAft>
                <a:spcPts val="0"/>
              </a:spcAft>
              <a:buSzPts val="1600"/>
              <a:buChar char="•"/>
            </a:pPr>
            <a:r>
              <a:rPr lang="en-US" sz="1600" cap="none" dirty="0">
                <a:latin typeface="Candara"/>
                <a:ea typeface="Candara"/>
                <a:cs typeface="Candara"/>
                <a:sym typeface="Candara"/>
              </a:rPr>
              <a:t>Develop features that offer more than just transactional experiences, building a fashion ecosystem that combines shopping with lifestyle and trend content.</a:t>
            </a:r>
            <a:endParaRPr dirty="0"/>
          </a:p>
          <a:p>
            <a:pPr marL="228600" lvl="0" indent="-228600" algn="just" rtl="0">
              <a:lnSpc>
                <a:spcPct val="120000"/>
              </a:lnSpc>
              <a:spcBef>
                <a:spcPts val="1000"/>
              </a:spcBef>
              <a:spcAft>
                <a:spcPts val="0"/>
              </a:spcAft>
              <a:buSzPts val="1600"/>
              <a:buChar char="•"/>
            </a:pPr>
            <a:r>
              <a:rPr lang="en-US" sz="1600" cap="none" dirty="0">
                <a:latin typeface="Candara"/>
                <a:ea typeface="Candara"/>
                <a:cs typeface="Candara"/>
                <a:sym typeface="Candara"/>
              </a:rPr>
              <a:t>To address the growing demand for sustainability by promoting eco-friendly practices and community support.</a:t>
            </a:r>
            <a:endParaRPr dirty="0"/>
          </a:p>
          <a:p>
            <a:pPr marL="228600" lvl="0" indent="-127000" algn="l" rtl="0">
              <a:lnSpc>
                <a:spcPct val="120000"/>
              </a:lnSpc>
              <a:spcBef>
                <a:spcPts val="1000"/>
              </a:spcBef>
              <a:spcAft>
                <a:spcPts val="0"/>
              </a:spcAft>
              <a:buSzPts val="1600"/>
              <a:buNone/>
            </a:pPr>
            <a:endParaRPr sz="1600" cap="none" dirty="0">
              <a:latin typeface="Candara"/>
              <a:ea typeface="Candara"/>
              <a:cs typeface="Candara"/>
              <a:sym typeface="Candara"/>
            </a:endParaRPr>
          </a:p>
        </p:txBody>
      </p:sp>
      <p:pic>
        <p:nvPicPr>
          <p:cNvPr id="173" name="Google Shape;173;p5"/>
          <p:cNvPicPr preferRelativeResize="0"/>
          <p:nvPr/>
        </p:nvPicPr>
        <p:blipFill rotWithShape="1">
          <a:blip r:embed="rId4">
            <a:alphaModFix/>
          </a:blip>
          <a:srcRect/>
          <a:stretch/>
        </p:blipFill>
        <p:spPr>
          <a:xfrm>
            <a:off x="647700" y="957944"/>
            <a:ext cx="5301343" cy="5475514"/>
          </a:xfrm>
          <a:prstGeom prst="rect">
            <a:avLst/>
          </a:prstGeom>
          <a:noFill/>
          <a:ln>
            <a:noFill/>
          </a:ln>
        </p:spPr>
      </p:pic>
      <p:sp>
        <p:nvSpPr>
          <p:cNvPr id="2" name="Rectangle 1">
            <a:extLst>
              <a:ext uri="{FF2B5EF4-FFF2-40B4-BE49-F238E27FC236}">
                <a16:creationId xmlns:a16="http://schemas.microsoft.com/office/drawing/2014/main" id="{9955999C-1A07-C7EE-6F1B-5806F9ED7017}"/>
              </a:ext>
            </a:extLst>
          </p:cNvPr>
          <p:cNvSpPr/>
          <p:nvPr/>
        </p:nvSpPr>
        <p:spPr>
          <a:xfrm>
            <a:off x="582384" y="6492874"/>
            <a:ext cx="11201400" cy="400110"/>
          </a:xfrm>
          <a:prstGeom prst="rect">
            <a:avLst/>
          </a:prstGeom>
          <a:noFill/>
        </p:spPr>
        <p:txBody>
          <a:bodyPr wrap="square" lIns="91440" tIns="45720" rIns="91440" bIns="45720">
            <a:spAutoFit/>
          </a:bodyPr>
          <a:lstStyle/>
          <a:p>
            <a:pPr algn="ctr"/>
            <a:r>
              <a:rPr lang="en-US" sz="2000" b="0" i="0" u="none" strike="noStrike"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wentieth Century"/>
                <a:ea typeface="Twentieth Century"/>
                <a:cs typeface="Twentieth Century"/>
                <a:sym typeface="Twentieth Century"/>
              </a:rPr>
              <a:t>Where Fashion Meets Social: The Future of Online Shopping</a:t>
            </a:r>
            <a:endParaRPr lang="en-IN" sz="2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178"/>
        <p:cNvGrpSpPr/>
        <p:nvPr/>
      </p:nvGrpSpPr>
      <p:grpSpPr>
        <a:xfrm>
          <a:off x="0" y="0"/>
          <a:ext cx="0" cy="0"/>
          <a:chOff x="0" y="0"/>
          <a:chExt cx="0" cy="0"/>
        </a:xfrm>
      </p:grpSpPr>
      <p:sp>
        <p:nvSpPr>
          <p:cNvPr id="179" name="Google Shape;179;p6"/>
          <p:cNvSpPr txBox="1">
            <a:spLocks noGrp="1"/>
          </p:cNvSpPr>
          <p:nvPr>
            <p:ph type="title"/>
          </p:nvPr>
        </p:nvSpPr>
        <p:spPr>
          <a:xfrm>
            <a:off x="619184" y="239488"/>
            <a:ext cx="10515600" cy="59281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Century Schoolbook"/>
              <a:buNone/>
            </a:pPr>
            <a:r>
              <a:rPr lang="en-US" dirty="0">
                <a:latin typeface="Century Schoolbook"/>
                <a:ea typeface="Century Schoolbook"/>
                <a:cs typeface="Century Schoolbook"/>
                <a:sym typeface="Century Schoolbook"/>
              </a:rPr>
              <a:t>SOLUTION</a:t>
            </a:r>
            <a:endParaRPr dirty="0"/>
          </a:p>
        </p:txBody>
      </p:sp>
      <p:pic>
        <p:nvPicPr>
          <p:cNvPr id="180" name="Google Shape;180;p6"/>
          <p:cNvPicPr preferRelativeResize="0">
            <a:picLocks noGrp="1"/>
          </p:cNvPicPr>
          <p:nvPr>
            <p:ph type="body" idx="2"/>
          </p:nvPr>
        </p:nvPicPr>
        <p:blipFill rotWithShape="1">
          <a:blip r:embed="rId4">
            <a:alphaModFix/>
          </a:blip>
          <a:srcRect/>
          <a:stretch/>
        </p:blipFill>
        <p:spPr>
          <a:xfrm>
            <a:off x="8599713" y="239488"/>
            <a:ext cx="3287485" cy="3396342"/>
          </a:xfrm>
          <a:prstGeom prst="rect">
            <a:avLst/>
          </a:prstGeom>
          <a:noFill/>
          <a:ln>
            <a:noFill/>
          </a:ln>
        </p:spPr>
      </p:pic>
      <p:sp>
        <p:nvSpPr>
          <p:cNvPr id="182" name="Google Shape;182;p6"/>
          <p:cNvSpPr txBox="1"/>
          <p:nvPr/>
        </p:nvSpPr>
        <p:spPr>
          <a:xfrm>
            <a:off x="304802" y="913961"/>
            <a:ext cx="8160600" cy="3047700"/>
          </a:xfrm>
          <a:prstGeom prst="rect">
            <a:avLst/>
          </a:prstGeom>
          <a:noFill/>
          <a:ln>
            <a:noFill/>
          </a:ln>
        </p:spPr>
        <p:txBody>
          <a:bodyPr spcFirstLastPara="1" wrap="square" lIns="91425" tIns="45700" rIns="91425" bIns="45700" anchor="t" anchorCtr="0">
            <a:spAutoFit/>
          </a:bodyPr>
          <a:lstStyle/>
          <a:p>
            <a:pPr marL="457200" lvl="0" indent="-342900" algn="l" rtl="0">
              <a:spcBef>
                <a:spcPts val="0"/>
              </a:spcBef>
              <a:spcAft>
                <a:spcPts val="0"/>
              </a:spcAft>
              <a:buClr>
                <a:schemeClr val="dk1"/>
              </a:buClr>
              <a:buSzPts val="1800"/>
              <a:buFont typeface="Bodoni"/>
              <a:buAutoNum type="romanUcPeriod"/>
            </a:pPr>
            <a:r>
              <a:rPr lang="en-US" sz="1800" dirty="0">
                <a:solidFill>
                  <a:schemeClr val="dk1"/>
                </a:solidFill>
                <a:latin typeface="Bodoni"/>
                <a:ea typeface="Bodoni"/>
                <a:cs typeface="Bodoni"/>
                <a:sym typeface="Bodoni"/>
              </a:rPr>
              <a:t>TREND-MOSAIC</a:t>
            </a:r>
            <a:endParaRPr sz="1800" dirty="0">
              <a:solidFill>
                <a:schemeClr val="dk1"/>
              </a:solidFill>
              <a:latin typeface="Bodoni"/>
              <a:ea typeface="Bodoni"/>
              <a:cs typeface="Bodoni"/>
              <a:sym typeface="Bodoni"/>
            </a:endParaRPr>
          </a:p>
          <a:p>
            <a:pPr marL="914400" lvl="1" indent="-342900" algn="l" rtl="0">
              <a:spcBef>
                <a:spcPts val="0"/>
              </a:spcBef>
              <a:spcAft>
                <a:spcPts val="0"/>
              </a:spcAft>
              <a:buClr>
                <a:schemeClr val="dk1"/>
              </a:buClr>
              <a:buSzPts val="1800"/>
              <a:buFont typeface="Bodoni"/>
              <a:buAutoNum type="alphaUcPeriod"/>
            </a:pPr>
            <a:r>
              <a:rPr lang="en-US" sz="1800" dirty="0">
                <a:solidFill>
                  <a:schemeClr val="dk1"/>
                </a:solidFill>
                <a:latin typeface="Bodoni"/>
                <a:ea typeface="Bodoni"/>
                <a:cs typeface="Bodoni"/>
                <a:sym typeface="Bodoni"/>
              </a:rPr>
              <a:t>Personalized Fashion Boards</a:t>
            </a:r>
            <a:endParaRPr sz="1800" dirty="0">
              <a:solidFill>
                <a:schemeClr val="dk1"/>
              </a:solidFill>
              <a:latin typeface="Bodoni"/>
              <a:ea typeface="Bodoni"/>
              <a:cs typeface="Bodoni"/>
              <a:sym typeface="Bodoni"/>
            </a:endParaRPr>
          </a:p>
          <a:p>
            <a:pPr marL="1371600" lvl="2" indent="-355600" algn="just" rtl="0">
              <a:spcBef>
                <a:spcPts val="0"/>
              </a:spcBef>
              <a:spcAft>
                <a:spcPts val="0"/>
              </a:spcAft>
              <a:buClr>
                <a:schemeClr val="dk1"/>
              </a:buClr>
              <a:buSzPts val="2000"/>
              <a:buFont typeface="Bodoni"/>
              <a:buAutoNum type="arabicPeriod"/>
            </a:pPr>
            <a:r>
              <a:rPr lang="en-US" sz="1500" b="1" dirty="0">
                <a:solidFill>
                  <a:schemeClr val="dk1"/>
                </a:solidFill>
                <a:latin typeface="Candara"/>
                <a:ea typeface="Candara"/>
                <a:cs typeface="Candara"/>
                <a:sym typeface="Candara"/>
              </a:rPr>
              <a:t>User-Created Boards:</a:t>
            </a:r>
            <a:r>
              <a:rPr lang="en-US" sz="1500" dirty="0">
                <a:solidFill>
                  <a:schemeClr val="dk1"/>
                </a:solidFill>
                <a:latin typeface="Candara"/>
                <a:ea typeface="Candara"/>
                <a:cs typeface="Candara"/>
                <a:sym typeface="Candara"/>
              </a:rPr>
              <a:t> Allow users to create and organize their own fashion boards by category, such as "Summer Outfits," "Workwear," or "Party Dresses."</a:t>
            </a:r>
            <a:endParaRPr sz="1500" dirty="0">
              <a:solidFill>
                <a:schemeClr val="dk1"/>
              </a:solidFill>
              <a:latin typeface="Candara"/>
              <a:ea typeface="Candara"/>
              <a:cs typeface="Candara"/>
              <a:sym typeface="Candara"/>
            </a:endParaRPr>
          </a:p>
          <a:p>
            <a:pPr marL="1371600" lvl="2" indent="-355600" algn="just" rtl="0">
              <a:spcBef>
                <a:spcPts val="0"/>
              </a:spcBef>
              <a:spcAft>
                <a:spcPts val="0"/>
              </a:spcAft>
              <a:buClr>
                <a:schemeClr val="dk1"/>
              </a:buClr>
              <a:buSzPts val="2000"/>
              <a:buFont typeface="Bodoni"/>
              <a:buAutoNum type="arabicPeriod"/>
            </a:pPr>
            <a:r>
              <a:rPr lang="en-US" sz="1500" b="1" dirty="0">
                <a:solidFill>
                  <a:schemeClr val="dk1"/>
                </a:solidFill>
                <a:latin typeface="Candara"/>
                <a:ea typeface="Candara"/>
                <a:cs typeface="Candara"/>
                <a:sym typeface="Candara"/>
              </a:rPr>
              <a:t>Follow and Share Boards:</a:t>
            </a:r>
            <a:r>
              <a:rPr lang="en-US" sz="1500" dirty="0">
                <a:solidFill>
                  <a:schemeClr val="dk1"/>
                </a:solidFill>
                <a:latin typeface="Candara"/>
                <a:ea typeface="Candara"/>
                <a:cs typeface="Candara"/>
                <a:sym typeface="Candara"/>
              </a:rPr>
              <a:t> Enable users to follow friends, influencers, or brands and share their boards on social media platforms.</a:t>
            </a:r>
            <a:endParaRPr sz="1500" dirty="0">
              <a:solidFill>
                <a:schemeClr val="dk1"/>
              </a:solidFill>
              <a:latin typeface="Candara"/>
              <a:ea typeface="Candara"/>
              <a:cs typeface="Candara"/>
              <a:sym typeface="Candara"/>
            </a:endParaRPr>
          </a:p>
          <a:p>
            <a:pPr marL="1371600" lvl="2" indent="-349250" algn="just" rtl="0">
              <a:spcBef>
                <a:spcPts val="0"/>
              </a:spcBef>
              <a:spcAft>
                <a:spcPts val="0"/>
              </a:spcAft>
              <a:buClr>
                <a:schemeClr val="dk1"/>
              </a:buClr>
              <a:buSzPts val="1900"/>
              <a:buFont typeface="Bodoni"/>
              <a:buAutoNum type="arabicPeriod"/>
            </a:pPr>
            <a:r>
              <a:rPr lang="en-US" sz="1500" b="1" dirty="0">
                <a:solidFill>
                  <a:schemeClr val="dk1"/>
                </a:solidFill>
                <a:latin typeface="Candara"/>
                <a:ea typeface="Candara"/>
                <a:cs typeface="Candara"/>
                <a:sym typeface="Candara"/>
              </a:rPr>
              <a:t>Influencer Boards:</a:t>
            </a:r>
            <a:r>
              <a:rPr lang="en-US" sz="1500" dirty="0">
                <a:solidFill>
                  <a:schemeClr val="dk1"/>
                </a:solidFill>
                <a:latin typeface="Candara"/>
                <a:ea typeface="Candara"/>
                <a:cs typeface="Candara"/>
                <a:sym typeface="Candara"/>
              </a:rPr>
              <a:t> Curate boards from fashion influencers, allowing users to shop the looks directly from these boards.</a:t>
            </a:r>
            <a:endParaRPr sz="1900" dirty="0">
              <a:solidFill>
                <a:schemeClr val="dk1"/>
              </a:solidFill>
              <a:latin typeface="Candara"/>
              <a:ea typeface="Candara"/>
              <a:cs typeface="Candara"/>
              <a:sym typeface="Candara"/>
            </a:endParaRPr>
          </a:p>
          <a:p>
            <a:pPr marL="914400" lvl="1" indent="-342900" algn="just" rtl="0">
              <a:spcBef>
                <a:spcPts val="0"/>
              </a:spcBef>
              <a:spcAft>
                <a:spcPts val="0"/>
              </a:spcAft>
              <a:buClr>
                <a:schemeClr val="dk1"/>
              </a:buClr>
              <a:buSzPts val="1800"/>
              <a:buFont typeface="Bodoni"/>
              <a:buAutoNum type="alphaUcPeriod"/>
            </a:pPr>
            <a:r>
              <a:rPr lang="en-US" sz="1800" dirty="0">
                <a:solidFill>
                  <a:schemeClr val="dk1"/>
                </a:solidFill>
                <a:latin typeface="Bodoni"/>
                <a:ea typeface="Bodoni"/>
                <a:cs typeface="Bodoni"/>
                <a:sym typeface="Bodoni"/>
              </a:rPr>
              <a:t>Outfit Inspiration</a:t>
            </a:r>
            <a:endParaRPr sz="1800" dirty="0">
              <a:solidFill>
                <a:schemeClr val="dk1"/>
              </a:solidFill>
              <a:latin typeface="Bodoni"/>
              <a:ea typeface="Bodoni"/>
              <a:cs typeface="Bodoni"/>
              <a:sym typeface="Bodoni"/>
            </a:endParaRPr>
          </a:p>
          <a:p>
            <a:pPr marL="1371600" lvl="2" indent="-349250" algn="just" rtl="0">
              <a:spcBef>
                <a:spcPts val="0"/>
              </a:spcBef>
              <a:spcAft>
                <a:spcPts val="0"/>
              </a:spcAft>
              <a:buClr>
                <a:schemeClr val="dk1"/>
              </a:buClr>
              <a:buSzPts val="1900"/>
              <a:buFont typeface="Bodoni"/>
              <a:buAutoNum type="arabicPeriod"/>
            </a:pPr>
            <a:r>
              <a:rPr lang="en-US" sz="1500" b="1" dirty="0">
                <a:solidFill>
                  <a:schemeClr val="dk1"/>
                </a:solidFill>
                <a:latin typeface="Candara"/>
                <a:ea typeface="Candara"/>
                <a:cs typeface="Candara"/>
                <a:sym typeface="Candara"/>
              </a:rPr>
              <a:t>Outfit Suggestions:</a:t>
            </a:r>
            <a:r>
              <a:rPr lang="en-US" sz="1500" dirty="0">
                <a:solidFill>
                  <a:schemeClr val="dk1"/>
                </a:solidFill>
                <a:latin typeface="Candara"/>
                <a:ea typeface="Candara"/>
                <a:cs typeface="Candara"/>
                <a:sym typeface="Candara"/>
              </a:rPr>
              <a:t> Automatically generate outfit suggestions based on the items saved in a user's board.</a:t>
            </a:r>
            <a:r>
              <a:rPr lang="en-US" dirty="0"/>
              <a:t>	</a:t>
            </a:r>
            <a:endParaRPr dirty="0"/>
          </a:p>
        </p:txBody>
      </p:sp>
      <p:sp>
        <p:nvSpPr>
          <p:cNvPr id="183" name="Google Shape;183;p6"/>
          <p:cNvSpPr txBox="1"/>
          <p:nvPr/>
        </p:nvSpPr>
        <p:spPr>
          <a:xfrm>
            <a:off x="804300" y="3842286"/>
            <a:ext cx="11387700" cy="279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dirty="0">
                <a:solidFill>
                  <a:schemeClr val="dk1"/>
                </a:solidFill>
                <a:latin typeface="Bodoni"/>
                <a:ea typeface="Bodoni"/>
                <a:cs typeface="Bodoni"/>
                <a:sym typeface="Bodoni"/>
              </a:rPr>
              <a:t>C.     Collaborative Boards</a:t>
            </a:r>
            <a:endParaRPr sz="1900" dirty="0">
              <a:solidFill>
                <a:schemeClr val="dk1"/>
              </a:solidFill>
              <a:latin typeface="Bodoni"/>
              <a:ea typeface="Bodoni"/>
              <a:cs typeface="Bodoni"/>
              <a:sym typeface="Bodoni"/>
            </a:endParaRPr>
          </a:p>
          <a:p>
            <a:pPr marL="914400" lvl="2" indent="-355600" algn="just" rtl="0">
              <a:spcBef>
                <a:spcPts val="0"/>
              </a:spcBef>
              <a:spcAft>
                <a:spcPts val="0"/>
              </a:spcAft>
              <a:buClr>
                <a:schemeClr val="dk1"/>
              </a:buClr>
              <a:buSzPts val="2000"/>
              <a:buFont typeface="Bodoni"/>
              <a:buAutoNum type="arabicPeriod"/>
            </a:pPr>
            <a:r>
              <a:rPr lang="en-US" sz="1500" b="1" dirty="0">
                <a:solidFill>
                  <a:schemeClr val="dk1"/>
                </a:solidFill>
                <a:latin typeface="Candara"/>
                <a:ea typeface="Candara"/>
                <a:cs typeface="Candara"/>
                <a:sym typeface="Candara"/>
              </a:rPr>
              <a:t>Group Boards:</a:t>
            </a:r>
            <a:r>
              <a:rPr lang="en-US" sz="1500" dirty="0">
                <a:solidFill>
                  <a:schemeClr val="dk1"/>
                </a:solidFill>
                <a:latin typeface="Candara"/>
                <a:ea typeface="Candara"/>
                <a:cs typeface="Candara"/>
                <a:sym typeface="Candara"/>
              </a:rPr>
              <a:t> Allow multiple users to contribute to a single board, ideal for planning events like weddings or group shopping experiences.</a:t>
            </a:r>
            <a:endParaRPr sz="1500" dirty="0">
              <a:solidFill>
                <a:schemeClr val="dk1"/>
              </a:solidFill>
              <a:latin typeface="Candara"/>
              <a:ea typeface="Candara"/>
              <a:cs typeface="Candara"/>
              <a:sym typeface="Candara"/>
            </a:endParaRPr>
          </a:p>
          <a:p>
            <a:pPr marL="914400" lvl="2" indent="-355600" algn="just" rtl="0">
              <a:spcBef>
                <a:spcPts val="0"/>
              </a:spcBef>
              <a:spcAft>
                <a:spcPts val="0"/>
              </a:spcAft>
              <a:buClr>
                <a:schemeClr val="dk1"/>
              </a:buClr>
              <a:buSzPts val="2000"/>
              <a:buFont typeface="Bodoni"/>
              <a:buAutoNum type="arabicPeriod"/>
            </a:pPr>
            <a:r>
              <a:rPr lang="en-US" sz="1500" b="1" dirty="0">
                <a:solidFill>
                  <a:schemeClr val="dk1"/>
                </a:solidFill>
                <a:latin typeface="Candara"/>
                <a:ea typeface="Candara"/>
                <a:cs typeface="Candara"/>
                <a:sym typeface="Candara"/>
              </a:rPr>
              <a:t>Comment and Chat:</a:t>
            </a:r>
            <a:r>
              <a:rPr lang="en-US" sz="1500" dirty="0">
                <a:solidFill>
                  <a:schemeClr val="dk1"/>
                </a:solidFill>
                <a:latin typeface="Candara"/>
                <a:ea typeface="Candara"/>
                <a:cs typeface="Candara"/>
                <a:sym typeface="Candara"/>
              </a:rPr>
              <a:t> Enable users to comment and chat on items within a board for collaborative decision-making.</a:t>
            </a:r>
            <a:endParaRPr sz="1500" dirty="0">
              <a:solidFill>
                <a:schemeClr val="dk1"/>
              </a:solidFill>
              <a:latin typeface="Candara"/>
              <a:ea typeface="Candara"/>
              <a:cs typeface="Candara"/>
              <a:sym typeface="Candara"/>
            </a:endParaRPr>
          </a:p>
          <a:p>
            <a:pPr marL="914400" lvl="2" indent="-355600" algn="just" rtl="0">
              <a:spcBef>
                <a:spcPts val="0"/>
              </a:spcBef>
              <a:spcAft>
                <a:spcPts val="0"/>
              </a:spcAft>
              <a:buClr>
                <a:schemeClr val="dk1"/>
              </a:buClr>
              <a:buSzPts val="2000"/>
              <a:buFont typeface="Bodoni"/>
              <a:buAutoNum type="arabicPeriod"/>
            </a:pPr>
            <a:r>
              <a:rPr lang="en-US" sz="1500" b="1" dirty="0">
                <a:solidFill>
                  <a:schemeClr val="dk1"/>
                </a:solidFill>
                <a:latin typeface="Candara"/>
                <a:ea typeface="Candara"/>
                <a:cs typeface="Candara"/>
                <a:sym typeface="Candara"/>
              </a:rPr>
              <a:t>Interactive Polls:</a:t>
            </a:r>
            <a:r>
              <a:rPr lang="en-US" sz="1500" dirty="0">
                <a:solidFill>
                  <a:schemeClr val="dk1"/>
                </a:solidFill>
                <a:latin typeface="Candara"/>
                <a:ea typeface="Candara"/>
                <a:cs typeface="Candara"/>
                <a:sym typeface="Candara"/>
              </a:rPr>
              <a:t> Allow users to create polls within boards to get opinions from friends and the community on what to buy.</a:t>
            </a:r>
            <a:endParaRPr sz="1500" dirty="0">
              <a:solidFill>
                <a:schemeClr val="dk1"/>
              </a:solidFill>
              <a:latin typeface="Candara"/>
              <a:ea typeface="Candara"/>
              <a:cs typeface="Candara"/>
              <a:sym typeface="Candara"/>
            </a:endParaRPr>
          </a:p>
          <a:p>
            <a:pPr marL="0" lvl="0" indent="0" algn="just" rtl="0">
              <a:spcBef>
                <a:spcPts val="0"/>
              </a:spcBef>
              <a:spcAft>
                <a:spcPts val="0"/>
              </a:spcAft>
              <a:buNone/>
            </a:pPr>
            <a:r>
              <a:rPr lang="en-US" sz="1900" dirty="0">
                <a:solidFill>
                  <a:schemeClr val="dk1"/>
                </a:solidFill>
                <a:latin typeface="Bodoni"/>
                <a:ea typeface="Bodoni"/>
                <a:cs typeface="Bodoni"/>
                <a:sym typeface="Bodoni"/>
              </a:rPr>
              <a:t>D.     Gamification</a:t>
            </a:r>
            <a:endParaRPr sz="1900" dirty="0">
              <a:solidFill>
                <a:schemeClr val="dk1"/>
              </a:solidFill>
              <a:latin typeface="Bodoni"/>
              <a:ea typeface="Bodoni"/>
              <a:cs typeface="Bodoni"/>
              <a:sym typeface="Bodoni"/>
            </a:endParaRPr>
          </a:p>
          <a:p>
            <a:pPr marL="0" lvl="0" indent="514350" algn="just" rtl="0">
              <a:spcBef>
                <a:spcPts val="0"/>
              </a:spcBef>
              <a:spcAft>
                <a:spcPts val="0"/>
              </a:spcAft>
              <a:buNone/>
            </a:pPr>
            <a:r>
              <a:rPr lang="en-US" sz="1900" dirty="0">
                <a:solidFill>
                  <a:schemeClr val="dk1"/>
                </a:solidFill>
                <a:latin typeface="Bodoni"/>
                <a:ea typeface="Bodoni"/>
                <a:cs typeface="Bodoni"/>
                <a:sym typeface="Bodoni"/>
              </a:rPr>
              <a:t> 1.    </a:t>
            </a:r>
            <a:r>
              <a:rPr lang="en-US" sz="1500" b="1" dirty="0">
                <a:solidFill>
                  <a:schemeClr val="dk1"/>
                </a:solidFill>
                <a:latin typeface="Candara"/>
                <a:ea typeface="Candara"/>
                <a:cs typeface="Candara"/>
                <a:sym typeface="Candara"/>
              </a:rPr>
              <a:t>Rewards and Badges:</a:t>
            </a:r>
            <a:r>
              <a:rPr lang="en-US" sz="1500" dirty="0">
                <a:solidFill>
                  <a:schemeClr val="dk1"/>
                </a:solidFill>
                <a:latin typeface="Candara"/>
                <a:ea typeface="Candara"/>
                <a:cs typeface="Candara"/>
                <a:sym typeface="Candara"/>
              </a:rPr>
              <a:t> Offer rewards and badges for users who frequently use boards, such as "Top Stylist" or</a:t>
            </a:r>
            <a:endParaRPr sz="1500" dirty="0">
              <a:solidFill>
                <a:schemeClr val="dk1"/>
              </a:solidFill>
              <a:latin typeface="Candara"/>
              <a:ea typeface="Candara"/>
              <a:cs typeface="Candara"/>
              <a:sym typeface="Candara"/>
            </a:endParaRPr>
          </a:p>
          <a:p>
            <a:pPr marL="457200" lvl="0" indent="0" algn="just" rtl="0">
              <a:spcBef>
                <a:spcPts val="0"/>
              </a:spcBef>
              <a:spcAft>
                <a:spcPts val="0"/>
              </a:spcAft>
              <a:buNone/>
            </a:pPr>
            <a:r>
              <a:rPr lang="en-US" sz="1500" dirty="0">
                <a:solidFill>
                  <a:schemeClr val="dk1"/>
                </a:solidFill>
                <a:latin typeface="Candara"/>
                <a:ea typeface="Candara"/>
                <a:cs typeface="Candara"/>
                <a:sym typeface="Candara"/>
              </a:rPr>
              <a:t>            "Fashion  Guru."</a:t>
            </a:r>
            <a:endParaRPr sz="1500" dirty="0">
              <a:solidFill>
                <a:schemeClr val="dk1"/>
              </a:solidFill>
              <a:latin typeface="Candara"/>
              <a:ea typeface="Candara"/>
              <a:cs typeface="Candara"/>
              <a:sym typeface="Candara"/>
            </a:endParaRPr>
          </a:p>
          <a:p>
            <a:pPr marL="457200" lvl="0" indent="0" algn="just" rtl="0">
              <a:spcBef>
                <a:spcPts val="0"/>
              </a:spcBef>
              <a:spcAft>
                <a:spcPts val="0"/>
              </a:spcAft>
              <a:buNone/>
            </a:pPr>
            <a:r>
              <a:rPr lang="en-US" sz="1900" dirty="0">
                <a:solidFill>
                  <a:schemeClr val="dk1"/>
                </a:solidFill>
                <a:latin typeface="Bodoni"/>
                <a:ea typeface="Bodoni"/>
                <a:cs typeface="Bodoni"/>
                <a:sym typeface="Bodoni"/>
              </a:rPr>
              <a:t> </a:t>
            </a:r>
            <a:r>
              <a:rPr lang="en-US" sz="2000" dirty="0">
                <a:solidFill>
                  <a:schemeClr val="dk1"/>
                </a:solidFill>
                <a:latin typeface="Bodoni"/>
                <a:ea typeface="Bodoni"/>
                <a:cs typeface="Bodoni"/>
                <a:sym typeface="Bodoni"/>
              </a:rPr>
              <a:t>2</a:t>
            </a:r>
            <a:r>
              <a:rPr lang="en-US" sz="1100" b="1" dirty="0">
                <a:solidFill>
                  <a:schemeClr val="dk1"/>
                </a:solidFill>
              </a:rPr>
              <a:t>.       </a:t>
            </a:r>
            <a:r>
              <a:rPr lang="en-US" sz="1500" b="1" dirty="0">
                <a:solidFill>
                  <a:schemeClr val="dk1"/>
                </a:solidFill>
                <a:latin typeface="Candara"/>
                <a:ea typeface="Candara"/>
                <a:cs typeface="Candara"/>
                <a:sym typeface="Candara"/>
              </a:rPr>
              <a:t>Challenges:</a:t>
            </a:r>
            <a:r>
              <a:rPr lang="en-US" sz="1500" dirty="0">
                <a:solidFill>
                  <a:schemeClr val="dk1"/>
                </a:solidFill>
                <a:latin typeface="Candara"/>
                <a:ea typeface="Candara"/>
                <a:cs typeface="Candara"/>
                <a:sym typeface="Candara"/>
              </a:rPr>
              <a:t> Create style challenges where users can compete to create the best board for a chance to win discounts or  prizes.</a:t>
            </a:r>
            <a:endParaRPr sz="1500" dirty="0">
              <a:solidFill>
                <a:schemeClr val="dk1"/>
              </a:solidFill>
              <a:latin typeface="Candara"/>
              <a:ea typeface="Candara"/>
              <a:cs typeface="Candara"/>
              <a:sym typeface="Candara"/>
            </a:endParaRPr>
          </a:p>
          <a:p>
            <a:pPr marL="457200" lvl="0" indent="0" algn="l" rtl="0">
              <a:spcBef>
                <a:spcPts val="0"/>
              </a:spcBef>
              <a:spcAft>
                <a:spcPts val="0"/>
              </a:spcAft>
              <a:buNone/>
            </a:pPr>
            <a:endParaRPr sz="1500" dirty="0">
              <a:solidFill>
                <a:schemeClr val="dk1"/>
              </a:solidFill>
              <a:latin typeface="Candara"/>
              <a:ea typeface="Candara"/>
              <a:cs typeface="Candara"/>
              <a:sym typeface="Candara"/>
            </a:endParaRPr>
          </a:p>
          <a:p>
            <a:pPr marL="457200" lvl="0" indent="0" algn="l" rtl="0">
              <a:spcBef>
                <a:spcPts val="0"/>
              </a:spcBef>
              <a:spcAft>
                <a:spcPts val="0"/>
              </a:spcAft>
              <a:buClr>
                <a:schemeClr val="dk1"/>
              </a:buClr>
              <a:buSzPts val="1100"/>
              <a:buFont typeface="Arial"/>
              <a:buNone/>
            </a:pPr>
            <a:endParaRPr sz="1500" dirty="0">
              <a:solidFill>
                <a:schemeClr val="dk1"/>
              </a:solidFill>
              <a:latin typeface="Candara"/>
              <a:ea typeface="Candara"/>
              <a:cs typeface="Candara"/>
              <a:sym typeface="Candara"/>
            </a:endParaRPr>
          </a:p>
          <a:p>
            <a:pPr marL="914400" lvl="0" indent="0" algn="l" rtl="0">
              <a:spcBef>
                <a:spcPts val="0"/>
              </a:spcBef>
              <a:spcAft>
                <a:spcPts val="0"/>
              </a:spcAft>
              <a:buNone/>
            </a:pPr>
            <a:r>
              <a:rPr lang="en-IN" sz="2000" dirty="0">
                <a:solidFill>
                  <a:schemeClr val="dk1"/>
                </a:solidFill>
                <a:latin typeface="Twentieth Century"/>
                <a:ea typeface="Twentieth Century"/>
                <a:cs typeface="Twentieth Century"/>
                <a:sym typeface="Twentieth Century"/>
              </a:rPr>
              <a:t>                 </a:t>
            </a:r>
            <a:endParaRPr sz="2000" dirty="0">
              <a:solidFill>
                <a:schemeClr val="dk1"/>
              </a:solidFill>
              <a:latin typeface="Twentieth Century"/>
              <a:ea typeface="Twentieth Century"/>
              <a:cs typeface="Twentieth Century"/>
              <a:sym typeface="Twentieth Century"/>
            </a:endParaRPr>
          </a:p>
        </p:txBody>
      </p:sp>
      <p:sp>
        <p:nvSpPr>
          <p:cNvPr id="2" name="Rectangle 1">
            <a:extLst>
              <a:ext uri="{FF2B5EF4-FFF2-40B4-BE49-F238E27FC236}">
                <a16:creationId xmlns:a16="http://schemas.microsoft.com/office/drawing/2014/main" id="{4AE6FE16-F696-C249-5FC4-05368B6AF897}"/>
              </a:ext>
            </a:extLst>
          </p:cNvPr>
          <p:cNvSpPr/>
          <p:nvPr/>
        </p:nvSpPr>
        <p:spPr>
          <a:xfrm>
            <a:off x="582384" y="6492874"/>
            <a:ext cx="11201400" cy="400110"/>
          </a:xfrm>
          <a:prstGeom prst="rect">
            <a:avLst/>
          </a:prstGeom>
          <a:noFill/>
        </p:spPr>
        <p:txBody>
          <a:bodyPr wrap="square" lIns="91440" tIns="45720" rIns="91440" bIns="45720">
            <a:spAutoFit/>
          </a:bodyPr>
          <a:lstStyle/>
          <a:p>
            <a:pPr algn="ctr"/>
            <a:r>
              <a:rPr lang="en-US" sz="2000" b="0" i="0" u="none" strike="noStrike"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wentieth Century"/>
                <a:ea typeface="Twentieth Century"/>
                <a:cs typeface="Twentieth Century"/>
                <a:sym typeface="Twentieth Century"/>
              </a:rPr>
              <a:t>Where Fashion Meets Social: The Future of Online Shopping</a:t>
            </a:r>
            <a:endParaRPr lang="en-IN" sz="2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extLst>
      <p:ext uri="{BB962C8B-B14F-4D97-AF65-F5344CB8AC3E}">
        <p14:creationId xmlns:p14="http://schemas.microsoft.com/office/powerpoint/2010/main" val="2378318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187"/>
        <p:cNvGrpSpPr/>
        <p:nvPr/>
      </p:nvGrpSpPr>
      <p:grpSpPr>
        <a:xfrm>
          <a:off x="0" y="0"/>
          <a:ext cx="0" cy="0"/>
          <a:chOff x="0" y="0"/>
          <a:chExt cx="0" cy="0"/>
        </a:xfrm>
      </p:grpSpPr>
      <p:sp>
        <p:nvSpPr>
          <p:cNvPr id="188" name="Google Shape;188;p8"/>
          <p:cNvSpPr/>
          <p:nvPr/>
        </p:nvSpPr>
        <p:spPr>
          <a:xfrm>
            <a:off x="2046514" y="6492874"/>
            <a:ext cx="7225512" cy="400110"/>
          </a:xfrm>
          <a:prstGeom prst="rect">
            <a:avLst/>
          </a:prstGeom>
          <a:noFill/>
          <a:ln>
            <a:noFill/>
          </a:ln>
        </p:spPr>
        <p:txBody>
          <a:bodyPr spcFirstLastPara="1" wrap="square" lIns="91425" tIns="45700" rIns="91425" bIns="45700" anchor="t" anchorCtr="0">
            <a:spAutoFit/>
          </a:bodyPr>
          <a:lstStyle/>
          <a:p>
            <a:pPr algn="ctr"/>
            <a:r>
              <a:rPr lang="en-US" sz="2000" b="0" i="0" u="none" strike="noStrike"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wentieth Century"/>
                <a:ea typeface="Twentieth Century"/>
                <a:cs typeface="Twentieth Century"/>
                <a:sym typeface="Twentieth Century"/>
              </a:rPr>
              <a:t>Where Fashion Meets Social: The Future of Online Shopping</a:t>
            </a:r>
            <a:endParaRPr lang="en-IN" sz="2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89" name="Google Shape;189;p8"/>
          <p:cNvSpPr txBox="1"/>
          <p:nvPr/>
        </p:nvSpPr>
        <p:spPr>
          <a:xfrm>
            <a:off x="283175" y="-128725"/>
            <a:ext cx="11908800" cy="662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000">
              <a:solidFill>
                <a:schemeClr val="dk1"/>
              </a:solidFill>
              <a:latin typeface="Twentieth Century"/>
              <a:ea typeface="Twentieth Century"/>
              <a:cs typeface="Twentieth Century"/>
              <a:sym typeface="Twentieth Century"/>
            </a:endParaRPr>
          </a:p>
          <a:p>
            <a:pPr marL="0" lvl="0" indent="0" algn="l" rtl="0">
              <a:spcBef>
                <a:spcPts val="0"/>
              </a:spcBef>
              <a:spcAft>
                <a:spcPts val="0"/>
              </a:spcAft>
              <a:buNone/>
            </a:pPr>
            <a:r>
              <a:rPr lang="en-US" sz="2000">
                <a:solidFill>
                  <a:schemeClr val="dk1"/>
                </a:solidFill>
                <a:latin typeface="Twentieth Century"/>
                <a:ea typeface="Twentieth Century"/>
                <a:cs typeface="Twentieth Century"/>
                <a:sym typeface="Twentieth Century"/>
              </a:rPr>
              <a:t>	 </a:t>
            </a:r>
            <a:r>
              <a:rPr lang="en-US" sz="2000">
                <a:solidFill>
                  <a:schemeClr val="dk1"/>
                </a:solidFill>
                <a:latin typeface="Bodoni"/>
                <a:ea typeface="Bodoni"/>
                <a:cs typeface="Bodoni"/>
                <a:sym typeface="Bodoni"/>
              </a:rPr>
              <a:t>E.</a:t>
            </a:r>
            <a:r>
              <a:rPr lang="en-US" sz="2000">
                <a:solidFill>
                  <a:schemeClr val="dk1"/>
                </a:solidFill>
                <a:latin typeface="Twentieth Century"/>
                <a:ea typeface="Twentieth Century"/>
                <a:cs typeface="Twentieth Century"/>
                <a:sym typeface="Twentieth Century"/>
              </a:rPr>
              <a:t>  </a:t>
            </a:r>
            <a:r>
              <a:rPr lang="en-US" sz="2000">
                <a:solidFill>
                  <a:schemeClr val="dk1"/>
                </a:solidFill>
                <a:latin typeface="Bodoni"/>
                <a:ea typeface="Bodoni"/>
                <a:cs typeface="Bodoni"/>
                <a:sym typeface="Bodoni"/>
              </a:rPr>
              <a:t>Wishlist And Exclusive Collections</a:t>
            </a:r>
            <a:endParaRPr sz="2000">
              <a:solidFill>
                <a:schemeClr val="dk1"/>
              </a:solidFill>
              <a:latin typeface="Bodoni"/>
              <a:ea typeface="Bodoni"/>
              <a:cs typeface="Bodoni"/>
              <a:sym typeface="Bodoni"/>
            </a:endParaRPr>
          </a:p>
          <a:p>
            <a:pPr marL="1371600" lvl="0" indent="-349250" algn="just" rtl="0">
              <a:spcBef>
                <a:spcPts val="0"/>
              </a:spcBef>
              <a:spcAft>
                <a:spcPts val="0"/>
              </a:spcAft>
              <a:buClr>
                <a:schemeClr val="dk1"/>
              </a:buClr>
              <a:buSzPts val="1900"/>
              <a:buFont typeface="Bodoni"/>
              <a:buAutoNum type="arabicPeriod"/>
            </a:pPr>
            <a:r>
              <a:rPr lang="en-US" sz="1500" b="1">
                <a:solidFill>
                  <a:schemeClr val="dk1"/>
                </a:solidFill>
                <a:latin typeface="Candara"/>
                <a:ea typeface="Candara"/>
                <a:cs typeface="Candara"/>
                <a:sym typeface="Candara"/>
              </a:rPr>
              <a:t>Early Access:</a:t>
            </a:r>
            <a:r>
              <a:rPr lang="en-US" sz="1500">
                <a:solidFill>
                  <a:schemeClr val="dk1"/>
                </a:solidFill>
                <a:latin typeface="Candara"/>
                <a:ea typeface="Candara"/>
                <a:cs typeface="Candara"/>
                <a:sym typeface="Candara"/>
              </a:rPr>
              <a:t> Give users early access to new arrivals or sales for items saved in their boards. Notify users when items saved in their boards go on sale or come back in stock.</a:t>
            </a:r>
            <a:endParaRPr sz="1500">
              <a:solidFill>
                <a:schemeClr val="dk1"/>
              </a:solidFill>
              <a:latin typeface="Candara"/>
              <a:ea typeface="Candara"/>
              <a:cs typeface="Candara"/>
              <a:sym typeface="Candara"/>
            </a:endParaRPr>
          </a:p>
          <a:p>
            <a:pPr marL="1371600" lvl="0" indent="-374650" algn="just" rtl="0">
              <a:spcBef>
                <a:spcPts val="0"/>
              </a:spcBef>
              <a:spcAft>
                <a:spcPts val="0"/>
              </a:spcAft>
              <a:buClr>
                <a:schemeClr val="dk1"/>
              </a:buClr>
              <a:buSzPts val="2300"/>
              <a:buFont typeface="Bodoni"/>
              <a:buAutoNum type="arabicPeriod"/>
            </a:pPr>
            <a:r>
              <a:rPr lang="en-US" sz="1500" b="1">
                <a:solidFill>
                  <a:schemeClr val="dk1"/>
                </a:solidFill>
                <a:latin typeface="Candara"/>
                <a:ea typeface="Candara"/>
                <a:cs typeface="Candara"/>
                <a:sym typeface="Candara"/>
              </a:rPr>
              <a:t>Seamless Wishlist:</a:t>
            </a:r>
            <a:r>
              <a:rPr lang="en-US" sz="1500">
                <a:solidFill>
                  <a:schemeClr val="dk1"/>
                </a:solidFill>
                <a:latin typeface="Candara"/>
                <a:ea typeface="Candara"/>
                <a:cs typeface="Candara"/>
                <a:sym typeface="Candara"/>
              </a:rPr>
              <a:t> Integrate boards with the user's wishlist so they can easily move items between their wishlist and various boards.</a:t>
            </a:r>
            <a:endParaRPr sz="1500">
              <a:solidFill>
                <a:schemeClr val="dk1"/>
              </a:solidFill>
              <a:latin typeface="Candara"/>
              <a:ea typeface="Candara"/>
              <a:cs typeface="Candara"/>
              <a:sym typeface="Candara"/>
            </a:endParaRPr>
          </a:p>
          <a:p>
            <a:pPr marL="457200" lvl="0" indent="0" algn="just" rtl="0">
              <a:spcBef>
                <a:spcPts val="0"/>
              </a:spcBef>
              <a:spcAft>
                <a:spcPts val="0"/>
              </a:spcAft>
              <a:buNone/>
            </a:pPr>
            <a:endParaRPr sz="1500">
              <a:solidFill>
                <a:schemeClr val="dk1"/>
              </a:solidFill>
              <a:latin typeface="Candara"/>
              <a:ea typeface="Candara"/>
              <a:cs typeface="Candara"/>
              <a:sym typeface="Candara"/>
            </a:endParaRPr>
          </a:p>
          <a:p>
            <a:pPr marL="0" lvl="0" indent="0" algn="just" rtl="0">
              <a:spcBef>
                <a:spcPts val="0"/>
              </a:spcBef>
              <a:spcAft>
                <a:spcPts val="0"/>
              </a:spcAft>
              <a:buNone/>
            </a:pPr>
            <a:r>
              <a:rPr lang="en-US" sz="1900">
                <a:solidFill>
                  <a:schemeClr val="dk1"/>
                </a:solidFill>
                <a:latin typeface="Bodoni"/>
                <a:ea typeface="Bodoni"/>
                <a:cs typeface="Bodoni"/>
                <a:sym typeface="Bodoni"/>
              </a:rPr>
              <a:t>II.    WARM THREADS</a:t>
            </a:r>
            <a:endParaRPr sz="1900">
              <a:solidFill>
                <a:schemeClr val="dk1"/>
              </a:solidFill>
              <a:latin typeface="Bodoni"/>
              <a:ea typeface="Bodoni"/>
              <a:cs typeface="Bodoni"/>
              <a:sym typeface="Bodoni"/>
            </a:endParaRPr>
          </a:p>
          <a:p>
            <a:pPr marL="0" lvl="0" indent="0" algn="just" rtl="0">
              <a:spcBef>
                <a:spcPts val="0"/>
              </a:spcBef>
              <a:spcAft>
                <a:spcPts val="0"/>
              </a:spcAft>
              <a:buNone/>
            </a:pPr>
            <a:r>
              <a:rPr lang="en-US" sz="1900">
                <a:solidFill>
                  <a:schemeClr val="dk1"/>
                </a:solidFill>
                <a:latin typeface="Bodoni"/>
                <a:ea typeface="Bodoni"/>
                <a:cs typeface="Bodoni"/>
                <a:sym typeface="Bodoni"/>
              </a:rPr>
              <a:t>	</a:t>
            </a:r>
            <a:r>
              <a:rPr lang="en-US" sz="2000">
                <a:solidFill>
                  <a:schemeClr val="dk1"/>
                </a:solidFill>
                <a:latin typeface="Bodoni"/>
                <a:ea typeface="Bodoni"/>
                <a:cs typeface="Bodoni"/>
                <a:sym typeface="Bodoni"/>
              </a:rPr>
              <a:t>A.   Seamless Connections</a:t>
            </a:r>
            <a:endParaRPr sz="2000">
              <a:solidFill>
                <a:schemeClr val="dk1"/>
              </a:solidFill>
              <a:latin typeface="Bodoni"/>
              <a:ea typeface="Bodoni"/>
              <a:cs typeface="Bodoni"/>
              <a:sym typeface="Bodoni"/>
            </a:endParaRPr>
          </a:p>
          <a:p>
            <a:pPr marL="0" lvl="0" indent="0" algn="just" rtl="0">
              <a:spcBef>
                <a:spcPts val="0"/>
              </a:spcBef>
              <a:spcAft>
                <a:spcPts val="0"/>
              </a:spcAft>
              <a:buClr>
                <a:schemeClr val="dk1"/>
              </a:buClr>
              <a:buSzPts val="1100"/>
              <a:buFont typeface="Arial"/>
              <a:buNone/>
            </a:pPr>
            <a:r>
              <a:rPr lang="en-US" sz="1500">
                <a:solidFill>
                  <a:schemeClr val="dk1"/>
                </a:solidFill>
                <a:latin typeface="Candara"/>
                <a:ea typeface="Candara"/>
                <a:cs typeface="Candara"/>
                <a:sym typeface="Candara"/>
              </a:rPr>
              <a:t>   		Easily find local NGOs accepting clothing donations with a curated list of nearby organizations.</a:t>
            </a:r>
            <a:endParaRPr sz="1500">
              <a:solidFill>
                <a:schemeClr val="dk1"/>
              </a:solidFill>
              <a:latin typeface="Candara"/>
              <a:ea typeface="Candara"/>
              <a:cs typeface="Candara"/>
              <a:sym typeface="Candara"/>
            </a:endParaRPr>
          </a:p>
          <a:p>
            <a:pPr marL="0" lvl="0" indent="457200" algn="just" rtl="0">
              <a:spcBef>
                <a:spcPts val="0"/>
              </a:spcBef>
              <a:spcAft>
                <a:spcPts val="0"/>
              </a:spcAft>
              <a:buNone/>
            </a:pPr>
            <a:r>
              <a:rPr lang="en-US" sz="2000">
                <a:solidFill>
                  <a:schemeClr val="dk1"/>
                </a:solidFill>
                <a:latin typeface="Bodoni"/>
                <a:ea typeface="Bodoni"/>
                <a:cs typeface="Bodoni"/>
                <a:sym typeface="Bodoni"/>
              </a:rPr>
              <a:t>B.   Simple Donation Process and Community Engagement</a:t>
            </a:r>
            <a:endParaRPr sz="2000">
              <a:solidFill>
                <a:schemeClr val="dk1"/>
              </a:solidFill>
              <a:latin typeface="Bodoni"/>
              <a:ea typeface="Bodoni"/>
              <a:cs typeface="Bodoni"/>
              <a:sym typeface="Bodoni"/>
            </a:endParaRPr>
          </a:p>
          <a:p>
            <a:pPr marL="857250" lvl="0" indent="0" algn="just" rtl="0">
              <a:spcBef>
                <a:spcPts val="0"/>
              </a:spcBef>
              <a:spcAft>
                <a:spcPts val="0"/>
              </a:spcAft>
              <a:buNone/>
            </a:pPr>
            <a:r>
              <a:rPr lang="en-US" sz="1500">
                <a:solidFill>
                  <a:schemeClr val="dk1"/>
                </a:solidFill>
                <a:latin typeface="Candara"/>
                <a:ea typeface="Candara"/>
                <a:cs typeface="Candara"/>
                <a:sym typeface="Candara"/>
              </a:rPr>
              <a:t>Select items to donate and arrange a drop-off or pick-up with your chosen NGO. Track the impact of your donations. Join a network of givers, share experiences, and support local efforts to strengthen your community.</a:t>
            </a:r>
            <a:endParaRPr sz="1500">
              <a:solidFill>
                <a:schemeClr val="dk1"/>
              </a:solidFill>
              <a:latin typeface="Candara"/>
              <a:ea typeface="Candara"/>
              <a:cs typeface="Candara"/>
              <a:sym typeface="Candara"/>
            </a:endParaRPr>
          </a:p>
          <a:p>
            <a:pPr marL="857250" lvl="0" indent="0" algn="just" rtl="0">
              <a:spcBef>
                <a:spcPts val="0"/>
              </a:spcBef>
              <a:spcAft>
                <a:spcPts val="0"/>
              </a:spcAft>
              <a:buNone/>
            </a:pPr>
            <a:endParaRPr sz="1900">
              <a:solidFill>
                <a:schemeClr val="dk1"/>
              </a:solidFill>
              <a:latin typeface="Bodoni"/>
              <a:ea typeface="Bodoni"/>
              <a:cs typeface="Bodoni"/>
              <a:sym typeface="Bodoni"/>
            </a:endParaRPr>
          </a:p>
          <a:p>
            <a:pPr marL="0" lvl="0" indent="0" algn="just" rtl="0">
              <a:spcBef>
                <a:spcPts val="0"/>
              </a:spcBef>
              <a:spcAft>
                <a:spcPts val="0"/>
              </a:spcAft>
              <a:buNone/>
            </a:pPr>
            <a:r>
              <a:rPr lang="en-US" sz="1900">
                <a:solidFill>
                  <a:schemeClr val="dk1"/>
                </a:solidFill>
                <a:latin typeface="Bodoni"/>
                <a:ea typeface="Bodoni"/>
                <a:cs typeface="Bodoni"/>
                <a:sym typeface="Bodoni"/>
              </a:rPr>
              <a:t>III. CHIC MIRAGE</a:t>
            </a:r>
            <a:endParaRPr sz="1900">
              <a:solidFill>
                <a:schemeClr val="dk1"/>
              </a:solidFill>
              <a:latin typeface="Bodoni"/>
              <a:ea typeface="Bodoni"/>
              <a:cs typeface="Bodoni"/>
              <a:sym typeface="Bodoni"/>
            </a:endParaRPr>
          </a:p>
          <a:p>
            <a:pPr marL="457200" lvl="0" indent="101600" algn="just" rtl="0">
              <a:spcBef>
                <a:spcPts val="0"/>
              </a:spcBef>
              <a:spcAft>
                <a:spcPts val="0"/>
              </a:spcAft>
              <a:buClr>
                <a:schemeClr val="dk1"/>
              </a:buClr>
              <a:buSzPts val="2000"/>
              <a:buFont typeface="Bodoni"/>
              <a:buAutoNum type="alphaUcPeriod"/>
            </a:pPr>
            <a:r>
              <a:rPr lang="en-US" sz="2000">
                <a:solidFill>
                  <a:schemeClr val="dk1"/>
                </a:solidFill>
                <a:latin typeface="Bodoni"/>
                <a:ea typeface="Bodoni"/>
                <a:cs typeface="Bodoni"/>
                <a:sym typeface="Bodoni"/>
              </a:rPr>
              <a:t>Design with Ease</a:t>
            </a:r>
            <a:endParaRPr sz="2000">
              <a:solidFill>
                <a:schemeClr val="dk1"/>
              </a:solidFill>
              <a:latin typeface="Bodoni"/>
              <a:ea typeface="Bodoni"/>
              <a:cs typeface="Bodoni"/>
              <a:sym typeface="Bodoni"/>
            </a:endParaRPr>
          </a:p>
          <a:p>
            <a:pPr marL="914400" lvl="0" indent="0" algn="just" rtl="0">
              <a:spcBef>
                <a:spcPts val="0"/>
              </a:spcBef>
              <a:spcAft>
                <a:spcPts val="0"/>
              </a:spcAft>
              <a:buNone/>
            </a:pPr>
            <a:r>
              <a:rPr lang="en-US" sz="1500">
                <a:solidFill>
                  <a:schemeClr val="dk1"/>
                </a:solidFill>
                <a:latin typeface="Candara"/>
                <a:ea typeface="Candara"/>
                <a:cs typeface="Candara"/>
                <a:sym typeface="Candara"/>
              </a:rPr>
              <a:t>  Effortlessly mix and match your favorite pieces to create the perfect look. From chic dresses to stylish accessories, see how   every    item comes together on a lifelike AI model.Explore endless combinations and styles. Experiment with bold new trends or classic ensembles without the need for physical try-ons</a:t>
            </a:r>
            <a:r>
              <a:rPr lang="en-US" sz="1600">
                <a:solidFill>
                  <a:schemeClr val="dk1"/>
                </a:solidFill>
                <a:latin typeface="Candara"/>
                <a:ea typeface="Candara"/>
                <a:cs typeface="Candara"/>
                <a:sym typeface="Candara"/>
              </a:rPr>
              <a:t>.</a:t>
            </a:r>
            <a:endParaRPr sz="1600">
              <a:solidFill>
                <a:schemeClr val="dk1"/>
              </a:solidFill>
              <a:latin typeface="Candara"/>
              <a:ea typeface="Candara"/>
              <a:cs typeface="Candara"/>
              <a:sym typeface="Candara"/>
            </a:endParaRPr>
          </a:p>
          <a:p>
            <a:pPr marL="0" lvl="0" indent="0" algn="l" rtl="0">
              <a:spcBef>
                <a:spcPts val="0"/>
              </a:spcBef>
              <a:spcAft>
                <a:spcPts val="0"/>
              </a:spcAft>
              <a:buNone/>
            </a:pPr>
            <a:endParaRPr sz="1600">
              <a:solidFill>
                <a:schemeClr val="dk1"/>
              </a:solidFill>
              <a:latin typeface="Candara"/>
              <a:ea typeface="Candara"/>
              <a:cs typeface="Candara"/>
              <a:sym typeface="Candara"/>
            </a:endParaRPr>
          </a:p>
          <a:p>
            <a:pPr marL="0" lvl="0" indent="0" algn="l" rtl="0">
              <a:spcBef>
                <a:spcPts val="0"/>
              </a:spcBef>
              <a:spcAft>
                <a:spcPts val="0"/>
              </a:spcAft>
              <a:buNone/>
            </a:pPr>
            <a:endParaRPr sz="1900">
              <a:solidFill>
                <a:schemeClr val="dk1"/>
              </a:solidFill>
              <a:latin typeface="Bodoni"/>
              <a:ea typeface="Bodoni"/>
              <a:cs typeface="Bodoni"/>
              <a:sym typeface="Bodoni"/>
            </a:endParaRPr>
          </a:p>
          <a:p>
            <a:pPr marL="0" lvl="0" indent="0" algn="l" rtl="0">
              <a:spcBef>
                <a:spcPts val="0"/>
              </a:spcBef>
              <a:spcAft>
                <a:spcPts val="0"/>
              </a:spcAft>
              <a:buNone/>
            </a:pPr>
            <a:endParaRPr sz="1900">
              <a:solidFill>
                <a:schemeClr val="dk1"/>
              </a:solidFill>
              <a:latin typeface="Bodoni"/>
              <a:ea typeface="Bodoni"/>
              <a:cs typeface="Bodoni"/>
              <a:sym typeface="Bodoni"/>
            </a:endParaRPr>
          </a:p>
          <a:p>
            <a:pPr marL="0" lvl="0" indent="0" algn="l" rtl="0">
              <a:spcBef>
                <a:spcPts val="0"/>
              </a:spcBef>
              <a:spcAft>
                <a:spcPts val="0"/>
              </a:spcAft>
              <a:buNone/>
            </a:pPr>
            <a:endParaRPr sz="1900">
              <a:solidFill>
                <a:schemeClr val="dk1"/>
              </a:solidFill>
              <a:latin typeface="Bodoni"/>
              <a:ea typeface="Bodoni"/>
              <a:cs typeface="Bodoni"/>
              <a:sym typeface="Bodoni"/>
            </a:endParaRPr>
          </a:p>
          <a:p>
            <a:pPr marL="857250" lvl="0" indent="0" algn="l" rtl="0">
              <a:spcBef>
                <a:spcPts val="0"/>
              </a:spcBef>
              <a:spcAft>
                <a:spcPts val="0"/>
              </a:spcAft>
              <a:buClr>
                <a:schemeClr val="dk1"/>
              </a:buClr>
              <a:buSzPts val="1100"/>
              <a:buFont typeface="Arial"/>
              <a:buNone/>
            </a:pPr>
            <a:endParaRPr sz="1900">
              <a:solidFill>
                <a:schemeClr val="dk1"/>
              </a:solidFill>
              <a:latin typeface="Bodoni"/>
              <a:ea typeface="Bodoni"/>
              <a:cs typeface="Bodoni"/>
              <a:sym typeface="Bodoni"/>
            </a:endParaRPr>
          </a:p>
          <a:p>
            <a:pPr marL="0" lvl="0" indent="0" algn="l" rtl="0">
              <a:spcBef>
                <a:spcPts val="0"/>
              </a:spcBef>
              <a:spcAft>
                <a:spcPts val="0"/>
              </a:spcAft>
              <a:buNone/>
            </a:pPr>
            <a:r>
              <a:rPr lang="en-US" sz="1900">
                <a:solidFill>
                  <a:schemeClr val="dk1"/>
                </a:solidFill>
                <a:latin typeface="Bodoni"/>
                <a:ea typeface="Bodoni"/>
                <a:cs typeface="Bodoni"/>
                <a:sym typeface="Bodoni"/>
              </a:rPr>
              <a:t>         </a:t>
            </a:r>
            <a:endParaRPr sz="1900">
              <a:solidFill>
                <a:schemeClr val="dk1"/>
              </a:solidFill>
              <a:latin typeface="Bodoni"/>
              <a:ea typeface="Bodoni"/>
              <a:cs typeface="Bodoni"/>
              <a:sym typeface="Bodon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193"/>
        <p:cNvGrpSpPr/>
        <p:nvPr/>
      </p:nvGrpSpPr>
      <p:grpSpPr>
        <a:xfrm>
          <a:off x="0" y="0"/>
          <a:ext cx="0" cy="0"/>
          <a:chOff x="0" y="0"/>
          <a:chExt cx="0" cy="0"/>
        </a:xfrm>
      </p:grpSpPr>
      <p:sp>
        <p:nvSpPr>
          <p:cNvPr id="196" name="Google Shape;196;p10"/>
          <p:cNvSpPr/>
          <p:nvPr/>
        </p:nvSpPr>
        <p:spPr>
          <a:xfrm>
            <a:off x="2046514" y="6492874"/>
            <a:ext cx="7225512" cy="400110"/>
          </a:xfrm>
          <a:prstGeom prst="rect">
            <a:avLst/>
          </a:prstGeom>
          <a:noFill/>
          <a:ln>
            <a:noFill/>
          </a:ln>
        </p:spPr>
        <p:txBody>
          <a:bodyPr spcFirstLastPara="1" wrap="square" lIns="91425" tIns="45700" rIns="91425" bIns="45700" anchor="t" anchorCtr="0">
            <a:spAutoFit/>
          </a:bodyPr>
          <a:lstStyle/>
          <a:p>
            <a:pPr algn="ctr"/>
            <a:r>
              <a:rPr lang="en-US" sz="2000" b="0" i="0" u="none" strike="noStrike"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wentieth Century"/>
                <a:ea typeface="Twentieth Century"/>
                <a:cs typeface="Twentieth Century"/>
                <a:sym typeface="Twentieth Century"/>
              </a:rPr>
              <a:t>Where Fashion Meets Social: The Future of Online Shopping</a:t>
            </a:r>
            <a:endParaRPr lang="en-IN" sz="2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pic>
        <p:nvPicPr>
          <p:cNvPr id="3" name="Picture 2">
            <a:extLst>
              <a:ext uri="{FF2B5EF4-FFF2-40B4-BE49-F238E27FC236}">
                <a16:creationId xmlns:a16="http://schemas.microsoft.com/office/drawing/2014/main" id="{FA57D9A0-BB97-3FB6-FECC-F8AB2CCC04A7}"/>
              </a:ext>
            </a:extLst>
          </p:cNvPr>
          <p:cNvPicPr>
            <a:picLocks noChangeAspect="1"/>
          </p:cNvPicPr>
          <p:nvPr/>
        </p:nvPicPr>
        <p:blipFill>
          <a:blip r:embed="rId4"/>
          <a:stretch>
            <a:fillRect/>
          </a:stretch>
        </p:blipFill>
        <p:spPr>
          <a:xfrm>
            <a:off x="144418" y="557899"/>
            <a:ext cx="3611153" cy="2559361"/>
          </a:xfrm>
          <a:prstGeom prst="rect">
            <a:avLst/>
          </a:prstGeom>
        </p:spPr>
      </p:pic>
      <p:sp>
        <p:nvSpPr>
          <p:cNvPr id="8" name="TextBox 7">
            <a:extLst>
              <a:ext uri="{FF2B5EF4-FFF2-40B4-BE49-F238E27FC236}">
                <a16:creationId xmlns:a16="http://schemas.microsoft.com/office/drawing/2014/main" id="{929EDD16-7E8F-CA19-F107-95C67CE49D14}"/>
              </a:ext>
            </a:extLst>
          </p:cNvPr>
          <p:cNvSpPr txBox="1"/>
          <p:nvPr/>
        </p:nvSpPr>
        <p:spPr>
          <a:xfrm>
            <a:off x="413657" y="0"/>
            <a:ext cx="4822371" cy="523220"/>
          </a:xfrm>
          <a:prstGeom prst="rect">
            <a:avLst/>
          </a:prstGeom>
          <a:noFill/>
        </p:spPr>
        <p:txBody>
          <a:bodyPr wrap="square" rtlCol="0">
            <a:spAutoFit/>
          </a:bodyPr>
          <a:lstStyle/>
          <a:p>
            <a:r>
              <a:rPr lang="en-IN" sz="2800" dirty="0">
                <a:latin typeface="Century Schoolbook" panose="02040604050505020304" pitchFamily="18" charset="0"/>
              </a:rPr>
              <a:t>SAMPLE DESIGN</a:t>
            </a:r>
          </a:p>
        </p:txBody>
      </p:sp>
      <p:pic>
        <p:nvPicPr>
          <p:cNvPr id="10" name="Picture 9">
            <a:extLst>
              <a:ext uri="{FF2B5EF4-FFF2-40B4-BE49-F238E27FC236}">
                <a16:creationId xmlns:a16="http://schemas.microsoft.com/office/drawing/2014/main" id="{49668791-979C-9083-4C37-7077B519ABED}"/>
              </a:ext>
            </a:extLst>
          </p:cNvPr>
          <p:cNvPicPr>
            <a:picLocks noChangeAspect="1"/>
          </p:cNvPicPr>
          <p:nvPr/>
        </p:nvPicPr>
        <p:blipFill>
          <a:blip r:embed="rId5"/>
          <a:stretch>
            <a:fillRect/>
          </a:stretch>
        </p:blipFill>
        <p:spPr>
          <a:xfrm>
            <a:off x="3921712" y="164662"/>
            <a:ext cx="4348576" cy="3144947"/>
          </a:xfrm>
          <a:prstGeom prst="rect">
            <a:avLst/>
          </a:prstGeom>
        </p:spPr>
      </p:pic>
      <p:pic>
        <p:nvPicPr>
          <p:cNvPr id="12" name="Picture 11">
            <a:extLst>
              <a:ext uri="{FF2B5EF4-FFF2-40B4-BE49-F238E27FC236}">
                <a16:creationId xmlns:a16="http://schemas.microsoft.com/office/drawing/2014/main" id="{71636BD5-0EAE-5F77-8313-43FDDFD0DE63}"/>
              </a:ext>
            </a:extLst>
          </p:cNvPr>
          <p:cNvPicPr>
            <a:picLocks noChangeAspect="1"/>
          </p:cNvPicPr>
          <p:nvPr/>
        </p:nvPicPr>
        <p:blipFill>
          <a:blip r:embed="rId6"/>
          <a:stretch>
            <a:fillRect/>
          </a:stretch>
        </p:blipFill>
        <p:spPr>
          <a:xfrm>
            <a:off x="261255" y="3390372"/>
            <a:ext cx="4769749" cy="3144947"/>
          </a:xfrm>
          <a:prstGeom prst="rect">
            <a:avLst/>
          </a:prstGeom>
        </p:spPr>
      </p:pic>
      <p:pic>
        <p:nvPicPr>
          <p:cNvPr id="14" name="Picture 13">
            <a:extLst>
              <a:ext uri="{FF2B5EF4-FFF2-40B4-BE49-F238E27FC236}">
                <a16:creationId xmlns:a16="http://schemas.microsoft.com/office/drawing/2014/main" id="{DFB31CA9-F447-349D-5701-6CC9FFD76931}"/>
              </a:ext>
            </a:extLst>
          </p:cNvPr>
          <p:cNvPicPr>
            <a:picLocks noChangeAspect="1"/>
          </p:cNvPicPr>
          <p:nvPr/>
        </p:nvPicPr>
        <p:blipFill>
          <a:blip r:embed="rId7"/>
          <a:stretch>
            <a:fillRect/>
          </a:stretch>
        </p:blipFill>
        <p:spPr>
          <a:xfrm>
            <a:off x="8371648" y="357012"/>
            <a:ext cx="3780545" cy="2760248"/>
          </a:xfrm>
          <a:prstGeom prst="rect">
            <a:avLst/>
          </a:prstGeom>
        </p:spPr>
      </p:pic>
      <p:pic>
        <p:nvPicPr>
          <p:cNvPr id="16" name="Picture 15">
            <a:extLst>
              <a:ext uri="{FF2B5EF4-FFF2-40B4-BE49-F238E27FC236}">
                <a16:creationId xmlns:a16="http://schemas.microsoft.com/office/drawing/2014/main" id="{4207DA45-6B67-61BD-5755-3D0FFF3A85D7}"/>
              </a:ext>
            </a:extLst>
          </p:cNvPr>
          <p:cNvPicPr>
            <a:picLocks noChangeAspect="1"/>
          </p:cNvPicPr>
          <p:nvPr/>
        </p:nvPicPr>
        <p:blipFill>
          <a:blip r:embed="rId8"/>
          <a:stretch>
            <a:fillRect/>
          </a:stretch>
        </p:blipFill>
        <p:spPr>
          <a:xfrm>
            <a:off x="6690436" y="3331613"/>
            <a:ext cx="4366849" cy="318831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200"/>
        <p:cNvGrpSpPr/>
        <p:nvPr/>
      </p:nvGrpSpPr>
      <p:grpSpPr>
        <a:xfrm>
          <a:off x="0" y="0"/>
          <a:ext cx="0" cy="0"/>
          <a:chOff x="0" y="0"/>
          <a:chExt cx="0" cy="0"/>
        </a:xfrm>
      </p:grpSpPr>
      <p:pic>
        <p:nvPicPr>
          <p:cNvPr id="201" name="Google Shape;201;p11"/>
          <p:cNvPicPr preferRelativeResize="0"/>
          <p:nvPr/>
        </p:nvPicPr>
        <p:blipFill rotWithShape="1">
          <a:blip r:embed="rId4">
            <a:alphaModFix/>
          </a:blip>
          <a:srcRect/>
          <a:stretch/>
        </p:blipFill>
        <p:spPr>
          <a:xfrm>
            <a:off x="9078684" y="2941804"/>
            <a:ext cx="2993571" cy="2993571"/>
          </a:xfrm>
          <a:prstGeom prst="rect">
            <a:avLst/>
          </a:prstGeom>
          <a:noFill/>
          <a:ln>
            <a:noFill/>
          </a:ln>
        </p:spPr>
      </p:pic>
      <p:sp>
        <p:nvSpPr>
          <p:cNvPr id="202" name="Google Shape;202;p11"/>
          <p:cNvSpPr txBox="1">
            <a:spLocks noGrp="1"/>
          </p:cNvSpPr>
          <p:nvPr>
            <p:ph type="title"/>
          </p:nvPr>
        </p:nvSpPr>
        <p:spPr>
          <a:xfrm>
            <a:off x="838200" y="365126"/>
            <a:ext cx="10515600" cy="59281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Century Schoolbook"/>
              <a:buNone/>
            </a:pPr>
            <a:r>
              <a:rPr lang="en-US">
                <a:latin typeface="Century Schoolbook"/>
                <a:ea typeface="Century Schoolbook"/>
                <a:cs typeface="Century Schoolbook"/>
                <a:sym typeface="Century Schoolbook"/>
              </a:rPr>
              <a:t>BENEFITS</a:t>
            </a:r>
            <a:endParaRPr/>
          </a:p>
        </p:txBody>
      </p:sp>
      <p:sp>
        <p:nvSpPr>
          <p:cNvPr id="203" name="Google Shape;203;p11"/>
          <p:cNvSpPr txBox="1">
            <a:spLocks noGrp="1"/>
          </p:cNvSpPr>
          <p:nvPr>
            <p:ph type="body" idx="2"/>
          </p:nvPr>
        </p:nvSpPr>
        <p:spPr>
          <a:xfrm>
            <a:off x="381001" y="1110344"/>
            <a:ext cx="11212285" cy="5499946"/>
          </a:xfrm>
          <a:prstGeom prst="rect">
            <a:avLst/>
          </a:prstGeom>
          <a:noFill/>
          <a:ln>
            <a:noFill/>
          </a:ln>
        </p:spPr>
        <p:txBody>
          <a:bodyPr spcFirstLastPara="1" wrap="square" lIns="91425" tIns="45700" rIns="91425" bIns="45700" anchor="t" anchorCtr="0">
            <a:normAutofit/>
          </a:bodyPr>
          <a:lstStyle/>
          <a:p>
            <a:pPr marL="0" lvl="0" indent="0" algn="l" rtl="0">
              <a:lnSpc>
                <a:spcPct val="120000"/>
              </a:lnSpc>
              <a:spcBef>
                <a:spcPts val="0"/>
              </a:spcBef>
              <a:spcAft>
                <a:spcPts val="0"/>
              </a:spcAft>
              <a:buSzPts val="1600"/>
              <a:buNone/>
            </a:pPr>
            <a:r>
              <a:rPr lang="en-US" sz="1600" cap="none">
                <a:latin typeface="Candara"/>
                <a:ea typeface="Candara"/>
                <a:cs typeface="Candara"/>
                <a:sym typeface="Candara"/>
              </a:rPr>
              <a:t>1. Increased </a:t>
            </a:r>
            <a:r>
              <a:rPr lang="en-US" sz="1600" i="1" u="sng" cap="none">
                <a:latin typeface="Century Schoolbook"/>
                <a:ea typeface="Century Schoolbook"/>
                <a:cs typeface="Century Schoolbook"/>
                <a:sym typeface="Century Schoolbook"/>
              </a:rPr>
              <a:t>user</a:t>
            </a:r>
            <a:r>
              <a:rPr lang="en-US" sz="1600" i="1" u="sng" cap="none">
                <a:latin typeface="Candara"/>
                <a:ea typeface="Candara"/>
                <a:cs typeface="Candara"/>
                <a:sym typeface="Candara"/>
              </a:rPr>
              <a:t> </a:t>
            </a:r>
            <a:r>
              <a:rPr lang="en-US" sz="1600" i="1" u="sng" cap="none">
                <a:latin typeface="Century Schoolbook"/>
                <a:ea typeface="Century Schoolbook"/>
                <a:cs typeface="Century Schoolbook"/>
                <a:sym typeface="Century Schoolbook"/>
              </a:rPr>
              <a:t>engagement</a:t>
            </a:r>
            <a:r>
              <a:rPr lang="en-US" sz="1600" i="1" u="sng" cap="none">
                <a:latin typeface="Candara"/>
                <a:ea typeface="Candara"/>
                <a:cs typeface="Candara"/>
                <a:sym typeface="Candara"/>
              </a:rPr>
              <a:t> </a:t>
            </a:r>
            <a:r>
              <a:rPr lang="en-US" sz="1600" cap="none">
                <a:latin typeface="Candara"/>
                <a:ea typeface="Candara"/>
                <a:cs typeface="Candara"/>
                <a:sym typeface="Candara"/>
              </a:rPr>
              <a:t>and time spent on app.</a:t>
            </a:r>
            <a:endParaRPr/>
          </a:p>
          <a:p>
            <a:pPr marL="0" lvl="0" indent="0" algn="l" rtl="0">
              <a:lnSpc>
                <a:spcPct val="120000"/>
              </a:lnSpc>
              <a:spcBef>
                <a:spcPts val="1000"/>
              </a:spcBef>
              <a:spcAft>
                <a:spcPts val="0"/>
              </a:spcAft>
              <a:buSzPts val="1600"/>
              <a:buNone/>
            </a:pPr>
            <a:r>
              <a:rPr lang="en-US" sz="1600" cap="none">
                <a:latin typeface="Candara"/>
                <a:ea typeface="Candara"/>
                <a:cs typeface="Candara"/>
                <a:sym typeface="Candara"/>
              </a:rPr>
              <a:t>2.  Enhanced personalization leading </a:t>
            </a:r>
            <a:r>
              <a:rPr lang="en-US" sz="1600" cap="none">
                <a:latin typeface="Century Schoolbook"/>
                <a:ea typeface="Century Schoolbook"/>
                <a:cs typeface="Century Schoolbook"/>
                <a:sym typeface="Century Schoolbook"/>
              </a:rPr>
              <a:t>to </a:t>
            </a:r>
            <a:r>
              <a:rPr lang="en-US" sz="1600" i="1" u="sng" cap="none">
                <a:latin typeface="Century Schoolbook"/>
                <a:ea typeface="Century Schoolbook"/>
                <a:cs typeface="Century Schoolbook"/>
                <a:sym typeface="Century Schoolbook"/>
              </a:rPr>
              <a:t>higher customer satisfaction</a:t>
            </a:r>
            <a:r>
              <a:rPr lang="en-US" sz="1600" i="1" cap="none">
                <a:latin typeface="Century Schoolbook"/>
                <a:ea typeface="Century Schoolbook"/>
                <a:cs typeface="Century Schoolbook"/>
                <a:sym typeface="Century Schoolbook"/>
              </a:rPr>
              <a:t>.</a:t>
            </a:r>
            <a:endParaRPr/>
          </a:p>
          <a:p>
            <a:pPr marL="0" lvl="0" indent="0" algn="l" rtl="0">
              <a:lnSpc>
                <a:spcPct val="120000"/>
              </a:lnSpc>
              <a:spcBef>
                <a:spcPts val="1000"/>
              </a:spcBef>
              <a:spcAft>
                <a:spcPts val="0"/>
              </a:spcAft>
              <a:buSzPts val="1600"/>
              <a:buNone/>
            </a:pPr>
            <a:r>
              <a:rPr lang="en-US" sz="1600" cap="none">
                <a:latin typeface="Candara"/>
                <a:ea typeface="Candara"/>
                <a:cs typeface="Candara"/>
                <a:sym typeface="Candara"/>
              </a:rPr>
              <a:t>3.  Improved social sharing and </a:t>
            </a:r>
            <a:r>
              <a:rPr lang="en-US" sz="1600" i="1" u="sng" cap="none">
                <a:latin typeface="Century Schoolbook"/>
                <a:ea typeface="Century Schoolbook"/>
                <a:cs typeface="Century Schoolbook"/>
                <a:sym typeface="Century Schoolbook"/>
              </a:rPr>
              <a:t>brand expanding </a:t>
            </a:r>
            <a:r>
              <a:rPr lang="en-US" sz="1600" i="1" cap="none">
                <a:latin typeface="Century Schoolbook"/>
                <a:ea typeface="Century Schoolbook"/>
                <a:cs typeface="Century Schoolbook"/>
                <a:sym typeface="Century Schoolbook"/>
              </a:rPr>
              <a:t>.</a:t>
            </a:r>
            <a:endParaRPr/>
          </a:p>
          <a:p>
            <a:pPr marL="0" lvl="0" indent="0" algn="l" rtl="0">
              <a:lnSpc>
                <a:spcPct val="120000"/>
              </a:lnSpc>
              <a:spcBef>
                <a:spcPts val="1000"/>
              </a:spcBef>
              <a:spcAft>
                <a:spcPts val="0"/>
              </a:spcAft>
              <a:buSzPts val="1600"/>
              <a:buNone/>
            </a:pPr>
            <a:r>
              <a:rPr lang="en-US" sz="1600" cap="none">
                <a:latin typeface="Candara"/>
                <a:ea typeface="Candara"/>
                <a:cs typeface="Candara"/>
                <a:sym typeface="Candara"/>
              </a:rPr>
              <a:t>4.  Exclusive content driving brand loyalty and </a:t>
            </a:r>
            <a:r>
              <a:rPr lang="en-US" sz="1600" i="1" u="sng" cap="none">
                <a:latin typeface="Century Schoolbook"/>
                <a:ea typeface="Century Schoolbook"/>
                <a:cs typeface="Century Schoolbook"/>
                <a:sym typeface="Century Schoolbook"/>
              </a:rPr>
              <a:t>FOMO</a:t>
            </a:r>
            <a:r>
              <a:rPr lang="en-US" sz="1600" i="1" cap="none">
                <a:latin typeface="Century Schoolbook"/>
                <a:ea typeface="Century Schoolbook"/>
                <a:cs typeface="Century Schoolbook"/>
                <a:sym typeface="Century Schoolbook"/>
              </a:rPr>
              <a:t>.</a:t>
            </a:r>
            <a:endParaRPr/>
          </a:p>
          <a:p>
            <a:pPr marL="0" lvl="0" indent="0" algn="l" rtl="0">
              <a:lnSpc>
                <a:spcPct val="120000"/>
              </a:lnSpc>
              <a:spcBef>
                <a:spcPts val="1000"/>
              </a:spcBef>
              <a:spcAft>
                <a:spcPts val="0"/>
              </a:spcAft>
              <a:buSzPts val="1600"/>
              <a:buNone/>
            </a:pPr>
            <a:r>
              <a:rPr lang="en-US" sz="1600" cap="none">
                <a:latin typeface="Candara"/>
                <a:ea typeface="Candara"/>
                <a:cs typeface="Candara"/>
                <a:sym typeface="Candara"/>
              </a:rPr>
              <a:t>5.  Sustainability initiative </a:t>
            </a:r>
            <a:r>
              <a:rPr lang="en-US" sz="1600" i="1" u="sng" cap="none">
                <a:latin typeface="Century Schoolbook"/>
                <a:ea typeface="Century Schoolbook"/>
                <a:cs typeface="Century Schoolbook"/>
                <a:sym typeface="Century Schoolbook"/>
              </a:rPr>
              <a:t>enhancing brand image </a:t>
            </a:r>
            <a:r>
              <a:rPr lang="en-US" sz="1600" cap="none">
                <a:latin typeface="Candara"/>
                <a:ea typeface="Candara"/>
                <a:cs typeface="Candara"/>
                <a:sym typeface="Candara"/>
              </a:rPr>
              <a:t>and social responsibility.</a:t>
            </a:r>
            <a:endParaRPr/>
          </a:p>
          <a:p>
            <a:pPr marL="0" lvl="0" indent="0" algn="l" rtl="0">
              <a:lnSpc>
                <a:spcPct val="120000"/>
              </a:lnSpc>
              <a:spcBef>
                <a:spcPts val="1000"/>
              </a:spcBef>
              <a:spcAft>
                <a:spcPts val="0"/>
              </a:spcAft>
              <a:buSzPts val="1600"/>
              <a:buNone/>
            </a:pPr>
            <a:r>
              <a:rPr lang="en-US" sz="1600" cap="none">
                <a:latin typeface="Candara"/>
                <a:ea typeface="Candara"/>
                <a:cs typeface="Candara"/>
                <a:sym typeface="Candara"/>
              </a:rPr>
              <a:t>6.  Gamification elements encouraging </a:t>
            </a:r>
            <a:r>
              <a:rPr lang="en-US" sz="1600" i="1" u="sng" cap="none">
                <a:latin typeface="Century Schoolbook"/>
                <a:ea typeface="Century Schoolbook"/>
                <a:cs typeface="Century Schoolbook"/>
                <a:sym typeface="Century Schoolbook"/>
              </a:rPr>
              <a:t>regular app usage</a:t>
            </a:r>
            <a:r>
              <a:rPr lang="en-US" sz="1600" i="1" cap="none">
                <a:latin typeface="Century Schoolbook"/>
                <a:ea typeface="Century Schoolbook"/>
                <a:cs typeface="Century Schoolbook"/>
                <a:sym typeface="Century Schoolbook"/>
              </a:rPr>
              <a:t>.</a:t>
            </a:r>
            <a:endParaRPr/>
          </a:p>
          <a:p>
            <a:pPr marL="0" lvl="0" indent="0" algn="l" rtl="0">
              <a:lnSpc>
                <a:spcPct val="120000"/>
              </a:lnSpc>
              <a:spcBef>
                <a:spcPts val="1000"/>
              </a:spcBef>
              <a:spcAft>
                <a:spcPts val="0"/>
              </a:spcAft>
              <a:buSzPts val="1600"/>
              <a:buNone/>
            </a:pPr>
            <a:r>
              <a:rPr lang="en-US" sz="1600" cap="none">
                <a:latin typeface="Candara"/>
                <a:ea typeface="Candara"/>
                <a:cs typeface="Candara"/>
                <a:sym typeface="Candara"/>
              </a:rPr>
              <a:t>7.  AR/VR features reducing return rates and improving </a:t>
            </a:r>
            <a:r>
              <a:rPr lang="en-US" sz="1600" i="1" u="sng" cap="none">
                <a:latin typeface="Century Schoolbook"/>
                <a:ea typeface="Century Schoolbook"/>
                <a:cs typeface="Century Schoolbook"/>
                <a:sym typeface="Century Schoolbook"/>
              </a:rPr>
              <a:t>fit satisfaction</a:t>
            </a:r>
            <a:r>
              <a:rPr lang="en-US" sz="1600" i="1" cap="none">
                <a:latin typeface="Century Schoolbook"/>
                <a:ea typeface="Century Schoolbook"/>
                <a:cs typeface="Century Schoolbook"/>
                <a:sym typeface="Century Schoolbook"/>
              </a:rPr>
              <a:t>.</a:t>
            </a:r>
            <a:endParaRPr/>
          </a:p>
          <a:p>
            <a:pPr marL="0" lvl="0" indent="0" algn="l" rtl="0">
              <a:lnSpc>
                <a:spcPct val="120000"/>
              </a:lnSpc>
              <a:spcBef>
                <a:spcPts val="1000"/>
              </a:spcBef>
              <a:spcAft>
                <a:spcPts val="0"/>
              </a:spcAft>
              <a:buSzPts val="1600"/>
              <a:buNone/>
            </a:pPr>
            <a:r>
              <a:rPr lang="en-US" sz="1600" cap="none">
                <a:latin typeface="Candara"/>
                <a:ea typeface="Candara"/>
                <a:cs typeface="Candara"/>
                <a:sym typeface="Candara"/>
              </a:rPr>
              <a:t>8.  Creation of a fashion-focused community, positioning </a:t>
            </a:r>
            <a:r>
              <a:rPr lang="en-US" sz="1600" i="1" u="sng" cap="none">
                <a:latin typeface="Candara"/>
                <a:ea typeface="Candara"/>
                <a:cs typeface="Candara"/>
                <a:sym typeface="Candara"/>
              </a:rPr>
              <a:t>Myntra</a:t>
            </a:r>
            <a:r>
              <a:rPr lang="en-US" sz="1600" u="sng" cap="none">
                <a:latin typeface="Candara"/>
                <a:ea typeface="Candara"/>
                <a:cs typeface="Candara"/>
                <a:sym typeface="Candara"/>
              </a:rPr>
              <a:t> as </a:t>
            </a:r>
            <a:r>
              <a:rPr lang="en-US" sz="1600" i="1" u="sng" cap="none">
                <a:latin typeface="Century Schoolbook"/>
                <a:ea typeface="Century Schoolbook"/>
                <a:cs typeface="Century Schoolbook"/>
                <a:sym typeface="Century Schoolbook"/>
              </a:rPr>
              <a:t>a lifestyle brand</a:t>
            </a:r>
            <a:r>
              <a:rPr lang="en-US" sz="1600" i="1" cap="none">
                <a:latin typeface="Century Schoolbook"/>
                <a:ea typeface="Century Schoolbook"/>
                <a:cs typeface="Century Schoolbook"/>
                <a:sym typeface="Century Schoolbook"/>
              </a:rPr>
              <a:t>.</a:t>
            </a:r>
            <a:endParaRPr/>
          </a:p>
          <a:p>
            <a:pPr marL="0" lvl="0" indent="0" algn="l" rtl="0">
              <a:lnSpc>
                <a:spcPct val="120000"/>
              </a:lnSpc>
              <a:spcBef>
                <a:spcPts val="1000"/>
              </a:spcBef>
              <a:spcAft>
                <a:spcPts val="0"/>
              </a:spcAft>
              <a:buSzPts val="1600"/>
              <a:buNone/>
            </a:pPr>
            <a:r>
              <a:rPr lang="en-US" sz="1600" cap="none">
                <a:latin typeface="Candara"/>
                <a:ea typeface="Candara"/>
                <a:cs typeface="Candara"/>
                <a:sym typeface="Candara"/>
              </a:rPr>
              <a:t>9.  Increased </a:t>
            </a:r>
            <a:r>
              <a:rPr lang="en-US" sz="1600" i="1" u="sng" cap="none">
                <a:latin typeface="Century Schoolbook"/>
                <a:ea typeface="Century Schoolbook"/>
                <a:cs typeface="Century Schoolbook"/>
                <a:sym typeface="Century Schoolbook"/>
              </a:rPr>
              <a:t>viral potential </a:t>
            </a:r>
            <a:r>
              <a:rPr lang="en-US" sz="1600" cap="none">
                <a:latin typeface="Candara"/>
                <a:ea typeface="Candara"/>
                <a:cs typeface="Candara"/>
                <a:sym typeface="Candara"/>
              </a:rPr>
              <a:t>through user-generated content</a:t>
            </a:r>
            <a:endParaRPr/>
          </a:p>
          <a:p>
            <a:pPr marL="0" lvl="0" indent="0" algn="l" rtl="0">
              <a:lnSpc>
                <a:spcPct val="120000"/>
              </a:lnSpc>
              <a:spcBef>
                <a:spcPts val="1000"/>
              </a:spcBef>
              <a:spcAft>
                <a:spcPts val="0"/>
              </a:spcAft>
              <a:buSzPts val="1600"/>
              <a:buNone/>
            </a:pPr>
            <a:r>
              <a:rPr lang="en-US" sz="1600" cap="none">
                <a:latin typeface="Candara"/>
                <a:ea typeface="Candara"/>
                <a:cs typeface="Candara"/>
                <a:sym typeface="Candara"/>
              </a:rPr>
              <a:t>10.  Higher customer lifetime value through </a:t>
            </a:r>
            <a:r>
              <a:rPr lang="en-US" sz="1600" i="1" u="sng" cap="none">
                <a:latin typeface="Century Schoolbook"/>
                <a:ea typeface="Century Schoolbook"/>
                <a:cs typeface="Century Schoolbook"/>
                <a:sym typeface="Century Schoolbook"/>
              </a:rPr>
              <a:t>deeper platform integration</a:t>
            </a:r>
            <a:r>
              <a:rPr lang="en-US" sz="1600" cap="none">
                <a:latin typeface="Candara"/>
                <a:ea typeface="Candara"/>
                <a:cs typeface="Candara"/>
                <a:sym typeface="Candara"/>
              </a:rPr>
              <a:t>. </a:t>
            </a:r>
            <a:endParaRPr/>
          </a:p>
          <a:p>
            <a:pPr marL="0" lvl="0" indent="0" algn="l" rtl="0">
              <a:lnSpc>
                <a:spcPct val="120000"/>
              </a:lnSpc>
              <a:spcBef>
                <a:spcPts val="1000"/>
              </a:spcBef>
              <a:spcAft>
                <a:spcPts val="0"/>
              </a:spcAft>
              <a:buSzPts val="1600"/>
              <a:buNone/>
            </a:pPr>
            <a:r>
              <a:rPr lang="en-US" sz="1600" cap="none">
                <a:latin typeface="Candara"/>
                <a:ea typeface="Candara"/>
                <a:cs typeface="Candara"/>
                <a:sym typeface="Candara"/>
              </a:rPr>
              <a:t>11.  Seamless cross-platform experience improving </a:t>
            </a:r>
            <a:r>
              <a:rPr lang="en-US" sz="1600" i="1" u="sng" cap="none">
                <a:latin typeface="Century Schoolbook"/>
                <a:ea typeface="Century Schoolbook"/>
                <a:cs typeface="Century Schoolbook"/>
                <a:sym typeface="Century Schoolbook"/>
              </a:rPr>
              <a:t>user retention</a:t>
            </a:r>
            <a:r>
              <a:rPr lang="en-US" sz="1600" i="1" cap="none">
                <a:latin typeface="Century Schoolbook"/>
                <a:ea typeface="Century Schoolbook"/>
                <a:cs typeface="Century Schoolbook"/>
                <a:sym typeface="Century Schoolbook"/>
              </a:rPr>
              <a:t>.</a:t>
            </a:r>
            <a:endParaRPr sz="1600" i="1" cap="none">
              <a:latin typeface="Century Schoolbook"/>
              <a:ea typeface="Century Schoolbook"/>
              <a:cs typeface="Century Schoolbook"/>
              <a:sym typeface="Century Schoolbook"/>
            </a:endParaRPr>
          </a:p>
        </p:txBody>
      </p:sp>
      <p:sp>
        <p:nvSpPr>
          <p:cNvPr id="204" name="Google Shape;204;p11"/>
          <p:cNvSpPr/>
          <p:nvPr/>
        </p:nvSpPr>
        <p:spPr>
          <a:xfrm>
            <a:off x="2035628" y="6410235"/>
            <a:ext cx="7225512" cy="400110"/>
          </a:xfrm>
          <a:prstGeom prst="rect">
            <a:avLst/>
          </a:prstGeom>
          <a:noFill/>
          <a:ln>
            <a:noFill/>
          </a:ln>
        </p:spPr>
        <p:txBody>
          <a:bodyPr spcFirstLastPara="1" wrap="square" lIns="91425" tIns="45700" rIns="91425" bIns="45700" anchor="t" anchorCtr="0">
            <a:spAutoFit/>
          </a:bodyPr>
          <a:lstStyle/>
          <a:p>
            <a:pPr algn="ctr"/>
            <a:r>
              <a:rPr lang="en-US" sz="2000" b="0" i="0" u="none" strike="noStrike"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wentieth Century"/>
                <a:ea typeface="Twentieth Century"/>
                <a:cs typeface="Twentieth Century"/>
                <a:sym typeface="Twentieth Century"/>
              </a:rPr>
              <a:t>Where Fashion Meets Social: The Future of Online Shopping</a:t>
            </a:r>
            <a:endParaRPr lang="en-IN" sz="2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pic>
        <p:nvPicPr>
          <p:cNvPr id="205" name="Google Shape;205;p11"/>
          <p:cNvPicPr preferRelativeResize="0"/>
          <p:nvPr/>
        </p:nvPicPr>
        <p:blipFill rotWithShape="1">
          <a:blip r:embed="rId5">
            <a:alphaModFix/>
          </a:blip>
          <a:srcRect/>
          <a:stretch/>
        </p:blipFill>
        <p:spPr>
          <a:xfrm>
            <a:off x="7924799" y="247710"/>
            <a:ext cx="3091544" cy="3091544"/>
          </a:xfrm>
          <a:prstGeom prst="rect">
            <a:avLst/>
          </a:prstGeom>
          <a:noFill/>
          <a:ln>
            <a:noFill/>
          </a:ln>
        </p:spPr>
      </p:pic>
    </p:spTree>
  </p:cSld>
  <p:clrMapOvr>
    <a:masterClrMapping/>
  </p:clrMapOvr>
</p:sld>
</file>

<file path=ppt/theme/theme1.xml><?xml version="1.0" encoding="utf-8"?>
<a:theme xmlns:a="http://schemas.openxmlformats.org/drawingml/2006/main" name="Droplet">
  <a:themeElements>
    <a:clrScheme name="Droplet">
      <a:dk1>
        <a:srgbClr val="000000"/>
      </a:dk1>
      <a:lt1>
        <a:srgbClr val="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718</Words>
  <Application>Microsoft Office PowerPoint</Application>
  <PresentationFormat>Widescreen</PresentationFormat>
  <Paragraphs>66</Paragraphs>
  <Slides>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Calibri</vt:lpstr>
      <vt:lpstr>Arial</vt:lpstr>
      <vt:lpstr>Century Schoolbook</vt:lpstr>
      <vt:lpstr>Bodoni</vt:lpstr>
      <vt:lpstr>Candara</vt:lpstr>
      <vt:lpstr>Twentieth Century</vt:lpstr>
      <vt:lpstr>Roboto</vt:lpstr>
      <vt:lpstr>Droplet</vt:lpstr>
      <vt:lpstr>TEAM NAME :  HACKETTES  TEAM DETAILS: YUVIKA MISHRA                                SADIYA FAIZAN</vt:lpstr>
      <vt:lpstr>PROBLEM STATEMENT</vt:lpstr>
      <vt:lpstr>SOLUTION</vt:lpstr>
      <vt:lpstr>PowerPoint Presentation</vt:lpstr>
      <vt:lpstr>PowerPoint Presentation</vt:lpstr>
      <vt:lpstr>BENEFITS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Sadiya Faizan</dc:creator>
  <cp:lastModifiedBy>yuvika mishra</cp:lastModifiedBy>
  <cp:revision>3</cp:revision>
  <dcterms:modified xsi:type="dcterms:W3CDTF">2024-06-29T18:30:04Z</dcterms:modified>
</cp:coreProperties>
</file>